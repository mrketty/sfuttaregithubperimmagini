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00" r:id="rId4"/>
  </p:sldMasterIdLst>
  <p:notesMasterIdLst>
    <p:notesMasterId r:id="rId10"/>
  </p:notesMasterIdLst>
  <p:handoutMasterIdLst>
    <p:handoutMasterId r:id="rId11"/>
  </p:handoutMasterIdLst>
  <p:sldIdLst>
    <p:sldId id="1497" r:id="rId5"/>
    <p:sldId id="1498" r:id="rId6"/>
    <p:sldId id="1514" r:id="rId7"/>
    <p:sldId id="1515" r:id="rId8"/>
    <p:sldId id="151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41987A-41B7-49AC-EE6E-03F2D0BD95BA}" name="Daria Naidenov" initials="DN" userId="S::danaidenov@microsoft.com::ab38ab5f-bdf0-4774-ae5a-d2782abb2027" providerId="AD"/>
  <p188:author id="{E2AFCBE2-96AD-378F-B4C9-6D94B252CA9F}" name="Kaila Orsucci (ANDERSEN CONSULTANTS LLC)" initials="KO" userId="S::v-kaiorsucci@microsoft.com::6b53eb50-4ec2-4e76-8ec7-518784d2a6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1E14"/>
    <a:srgbClr val="F8F6ED"/>
    <a:srgbClr val="E3DED8"/>
    <a:srgbClr val="D8E3E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A6691D-B13F-4375-BCA0-B64DBD960918}" v="211" dt="2026-03-04T15:32:15.892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8"/>
    <p:restoredTop sz="94610"/>
  </p:normalViewPr>
  <p:slideViewPr>
    <p:cSldViewPr snapToGrid="0">
      <p:cViewPr>
        <p:scale>
          <a:sx n="100" d="100"/>
          <a:sy n="100" d="100"/>
        </p:scale>
        <p:origin x="-821" y="-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05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459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jpe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jpeg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5231479"/>
            <a:ext cx="10923934" cy="786384"/>
          </a:xfrm>
        </p:spPr>
        <p:txBody>
          <a:bodyPr lIns="0" tIns="0" rIns="0" bIns="0" anchor="b">
            <a:noAutofit/>
          </a:bodyPr>
          <a:lstStyle>
            <a:lvl1pPr algn="l"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5972629"/>
            <a:ext cx="10923934" cy="480373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7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4" name="Date Placeholder 3">
            <a:extLst>
              <a:ext uri="{FF2B5EF4-FFF2-40B4-BE49-F238E27FC236}">
                <a16:creationId xmlns:a16="http://schemas.microsoft.com/office/drawing/2014/main" id="{68FAFD42-F1EE-EC2E-5193-97BC2F0583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4028" y="6453002"/>
            <a:ext cx="37719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35" name="Footer Placeholder 4">
            <a:extLst>
              <a:ext uri="{FF2B5EF4-FFF2-40B4-BE49-F238E27FC236}">
                <a16:creationId xmlns:a16="http://schemas.microsoft.com/office/drawing/2014/main" id="{FBB82CDC-EB44-1256-4911-2C2E40B095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2454" y="6453002"/>
            <a:ext cx="282892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B3BC0BC3-14B3-08E1-D8D4-9C4E9AB65C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5" y="6453002"/>
            <a:ext cx="5565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tx2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696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8"/>
            <a:ext cx="10923934" cy="1113475"/>
          </a:xfrm>
        </p:spPr>
        <p:txBody>
          <a:bodyPr lIns="0" tIns="0" rIns="0" bIns="0">
            <a:noAutofit/>
          </a:bodyPr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1748474"/>
            <a:ext cx="10923935" cy="4474526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7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5EAB8-62E0-C9D1-A19A-39B7B70D4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A176A-057A-44AB-2808-7DB840D8B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E9672-C3A9-EF7E-5984-F7D22A073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939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1200" y="1000758"/>
            <a:ext cx="4469384" cy="3500577"/>
          </a:xfrm>
        </p:spPr>
        <p:txBody>
          <a:bodyPr anchor="b">
            <a:normAutofit/>
          </a:bodyPr>
          <a:lstStyle>
            <a:lvl1pPr algn="l"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61200" y="4731336"/>
            <a:ext cx="4469384" cy="1125906"/>
          </a:xfrm>
        </p:spPr>
        <p:txBody>
          <a:bodyPr anchor="t">
            <a:normAutofit/>
          </a:bodyPr>
          <a:lstStyle>
            <a:lvl1pPr marL="0" indent="0" algn="l">
              <a:buNone/>
              <a:defRPr sz="17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61200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45073" y="6453002"/>
            <a:ext cx="282892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3994" y="6453002"/>
            <a:ext cx="556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376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634998"/>
            <a:ext cx="4524303" cy="3726813"/>
          </a:xfrm>
        </p:spPr>
        <p:txBody>
          <a:bodyPr anchor="t">
            <a:normAutofit/>
          </a:bodyPr>
          <a:lstStyle>
            <a:lvl1pPr algn="l">
              <a:defRPr sz="5000">
                <a:solidFill>
                  <a:srgbClr val="361E1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728526"/>
            <a:ext cx="4524302" cy="1494474"/>
          </a:xfrm>
        </p:spPr>
        <p:txBody>
          <a:bodyPr anchor="b">
            <a:normAutofit/>
          </a:bodyPr>
          <a:lstStyle>
            <a:lvl1pPr marL="0" indent="0" algn="l">
              <a:buNone/>
              <a:defRPr sz="1700">
                <a:solidFill>
                  <a:srgbClr val="361E1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6FBEF2DC-8DF4-BEA8-FEB9-4D9CF47A4D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605272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34030" y="6453002"/>
            <a:ext cx="1951777" cy="365125"/>
          </a:xfrm>
        </p:spPr>
        <p:txBody>
          <a:bodyPr/>
          <a:lstStyle>
            <a:lvl1pPr>
              <a:defRPr>
                <a:solidFill>
                  <a:srgbClr val="361E1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973484" y="6453002"/>
            <a:ext cx="2805405" cy="365125"/>
          </a:xfrm>
        </p:spPr>
        <p:txBody>
          <a:bodyPr/>
          <a:lstStyle>
            <a:lvl1pPr>
              <a:defRPr>
                <a:solidFill>
                  <a:srgbClr val="361E1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729125" y="6453002"/>
            <a:ext cx="429207" cy="365125"/>
          </a:xfrm>
        </p:spPr>
        <p:txBody>
          <a:bodyPr/>
          <a:lstStyle>
            <a:lvl1pPr>
              <a:defRPr>
                <a:solidFill>
                  <a:srgbClr val="361E1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661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634999"/>
            <a:ext cx="5266090" cy="3726811"/>
          </a:xfrm>
        </p:spPr>
        <p:txBody>
          <a:bodyPr wrap="square" lIns="0" tIns="0" rIns="0" bIns="0" anchor="b">
            <a:normAutofit/>
          </a:bodyPr>
          <a:lstStyle>
            <a:lvl1pPr algn="l">
              <a:lnSpc>
                <a:spcPct val="85000"/>
              </a:lnSpc>
              <a:defRPr sz="5000" spc="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5109525"/>
            <a:ext cx="5276855" cy="747715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17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84" name="Circles">
            <a:extLst>
              <a:ext uri="{FF2B5EF4-FFF2-40B4-BE49-F238E27FC236}">
                <a16:creationId xmlns:a16="http://schemas.microsoft.com/office/drawing/2014/main" id="{3846C0C3-8097-19BC-77BD-DAAE2C0893C5}"/>
              </a:ext>
            </a:extLst>
          </p:cNvPr>
          <p:cNvSpPr/>
          <p:nvPr/>
        </p:nvSpPr>
        <p:spPr>
          <a:xfrm>
            <a:off x="6291887" y="783303"/>
            <a:ext cx="5266078" cy="5291395"/>
          </a:xfrm>
          <a:custGeom>
            <a:avLst/>
            <a:gdLst>
              <a:gd name="connsiteX0" fmla="*/ 525553 w 5266078"/>
              <a:gd name="connsiteY0" fmla="*/ 1924144 h 5291395"/>
              <a:gd name="connsiteX1" fmla="*/ 0 w 5266078"/>
              <a:gd name="connsiteY1" fmla="*/ 1202590 h 5291395"/>
              <a:gd name="connsiteX2" fmla="*/ 773050 w 5266078"/>
              <a:gd name="connsiteY2" fmla="*/ 350946 h 5291395"/>
              <a:gd name="connsiteX3" fmla="*/ 2633039 w 5266078"/>
              <a:gd name="connsiteY3" fmla="*/ 0 h 5291395"/>
              <a:gd name="connsiteX4" fmla="*/ 4493028 w 5266078"/>
              <a:gd name="connsiteY4" fmla="*/ 350946 h 5291395"/>
              <a:gd name="connsiteX5" fmla="*/ 5266078 w 5266078"/>
              <a:gd name="connsiteY5" fmla="*/ 1202590 h 5291395"/>
              <a:gd name="connsiteX6" fmla="*/ 4740527 w 5266078"/>
              <a:gd name="connsiteY6" fmla="*/ 1924144 h 5291395"/>
              <a:gd name="connsiteX7" fmla="*/ 5266078 w 5266078"/>
              <a:gd name="connsiteY7" fmla="*/ 2645698 h 5291395"/>
              <a:gd name="connsiteX8" fmla="*/ 4740527 w 5266078"/>
              <a:gd name="connsiteY8" fmla="*/ 3367251 h 5291395"/>
              <a:gd name="connsiteX9" fmla="*/ 5266078 w 5266078"/>
              <a:gd name="connsiteY9" fmla="*/ 4088805 h 5291395"/>
              <a:gd name="connsiteX10" fmla="*/ 4493028 w 5266078"/>
              <a:gd name="connsiteY10" fmla="*/ 4940448 h 5291395"/>
              <a:gd name="connsiteX11" fmla="*/ 2633039 w 5266078"/>
              <a:gd name="connsiteY11" fmla="*/ 5291395 h 5291395"/>
              <a:gd name="connsiteX12" fmla="*/ 773050 w 5266078"/>
              <a:gd name="connsiteY12" fmla="*/ 4940448 h 5291395"/>
              <a:gd name="connsiteX13" fmla="*/ 0 w 5266078"/>
              <a:gd name="connsiteY13" fmla="*/ 4088805 h 5291395"/>
              <a:gd name="connsiteX14" fmla="*/ 525553 w 5266078"/>
              <a:gd name="connsiteY14" fmla="*/ 3367251 h 5291395"/>
              <a:gd name="connsiteX15" fmla="*/ 0 w 5266078"/>
              <a:gd name="connsiteY15" fmla="*/ 2645698 h 5291395"/>
              <a:gd name="connsiteX16" fmla="*/ 525553 w 5266078"/>
              <a:gd name="connsiteY16" fmla="*/ 1924144 h 5291395"/>
              <a:gd name="connsiteX17" fmla="*/ 12659 w 5266078"/>
              <a:gd name="connsiteY17" fmla="*/ 1202590 h 5291395"/>
              <a:gd name="connsiteX18" fmla="*/ 778297 w 5266078"/>
              <a:gd name="connsiteY18" fmla="*/ 362466 h 5291395"/>
              <a:gd name="connsiteX19" fmla="*/ 2633039 w 5266078"/>
              <a:gd name="connsiteY19" fmla="*/ 12659 h 5291395"/>
              <a:gd name="connsiteX20" fmla="*/ 4487781 w 5266078"/>
              <a:gd name="connsiteY20" fmla="*/ 362466 h 5291395"/>
              <a:gd name="connsiteX21" fmla="*/ 5253419 w 5266078"/>
              <a:gd name="connsiteY21" fmla="*/ 1202590 h 5291395"/>
              <a:gd name="connsiteX22" fmla="*/ 4728305 w 5266078"/>
              <a:gd name="connsiteY22" fmla="*/ 1916764 h 5291395"/>
              <a:gd name="connsiteX23" fmla="*/ 4493028 w 5266078"/>
              <a:gd name="connsiteY23" fmla="*/ 1794055 h 5291395"/>
              <a:gd name="connsiteX24" fmla="*/ 2633039 w 5266078"/>
              <a:gd name="connsiteY24" fmla="*/ 1443108 h 5291395"/>
              <a:gd name="connsiteX25" fmla="*/ 773050 w 5266078"/>
              <a:gd name="connsiteY25" fmla="*/ 1794055 h 5291395"/>
              <a:gd name="connsiteX26" fmla="*/ 537775 w 5266078"/>
              <a:gd name="connsiteY26" fmla="*/ 1916764 h 5291395"/>
              <a:gd name="connsiteX27" fmla="*/ 12659 w 5266078"/>
              <a:gd name="connsiteY27" fmla="*/ 1202590 h 5291395"/>
              <a:gd name="connsiteX28" fmla="*/ 4728305 w 5266078"/>
              <a:gd name="connsiteY28" fmla="*/ 1931524 h 5291395"/>
              <a:gd name="connsiteX29" fmla="*/ 5253419 w 5266078"/>
              <a:gd name="connsiteY29" fmla="*/ 2645698 h 5291395"/>
              <a:gd name="connsiteX30" fmla="*/ 4728305 w 5266078"/>
              <a:gd name="connsiteY30" fmla="*/ 3359871 h 5291395"/>
              <a:gd name="connsiteX31" fmla="*/ 4493028 w 5266078"/>
              <a:gd name="connsiteY31" fmla="*/ 3237163 h 5291395"/>
              <a:gd name="connsiteX32" fmla="*/ 2633039 w 5266078"/>
              <a:gd name="connsiteY32" fmla="*/ 2886216 h 5291395"/>
              <a:gd name="connsiteX33" fmla="*/ 773050 w 5266078"/>
              <a:gd name="connsiteY33" fmla="*/ 3237163 h 5291395"/>
              <a:gd name="connsiteX34" fmla="*/ 537775 w 5266078"/>
              <a:gd name="connsiteY34" fmla="*/ 3359871 h 5291395"/>
              <a:gd name="connsiteX35" fmla="*/ 12659 w 5266078"/>
              <a:gd name="connsiteY35" fmla="*/ 2645698 h 5291395"/>
              <a:gd name="connsiteX36" fmla="*/ 537775 w 5266078"/>
              <a:gd name="connsiteY36" fmla="*/ 1931524 h 5291395"/>
              <a:gd name="connsiteX37" fmla="*/ 773050 w 5266078"/>
              <a:gd name="connsiteY37" fmla="*/ 2054232 h 5291395"/>
              <a:gd name="connsiteX38" fmla="*/ 2633039 w 5266078"/>
              <a:gd name="connsiteY38" fmla="*/ 2405180 h 5291395"/>
              <a:gd name="connsiteX39" fmla="*/ 4493028 w 5266078"/>
              <a:gd name="connsiteY39" fmla="*/ 2054232 h 5291395"/>
              <a:gd name="connsiteX40" fmla="*/ 4728305 w 5266078"/>
              <a:gd name="connsiteY40" fmla="*/ 1931524 h 5291395"/>
              <a:gd name="connsiteX41" fmla="*/ 4715988 w 5266078"/>
              <a:gd name="connsiteY41" fmla="*/ 1924144 h 5291395"/>
              <a:gd name="connsiteX42" fmla="*/ 4487781 w 5266078"/>
              <a:gd name="connsiteY42" fmla="*/ 2042713 h 5291395"/>
              <a:gd name="connsiteX43" fmla="*/ 2633039 w 5266078"/>
              <a:gd name="connsiteY43" fmla="*/ 2392521 h 5291395"/>
              <a:gd name="connsiteX44" fmla="*/ 778297 w 5266078"/>
              <a:gd name="connsiteY44" fmla="*/ 2042713 h 5291395"/>
              <a:gd name="connsiteX45" fmla="*/ 550091 w 5266078"/>
              <a:gd name="connsiteY45" fmla="*/ 1924144 h 5291395"/>
              <a:gd name="connsiteX46" fmla="*/ 778297 w 5266078"/>
              <a:gd name="connsiteY46" fmla="*/ 1805575 h 5291395"/>
              <a:gd name="connsiteX47" fmla="*/ 2633039 w 5266078"/>
              <a:gd name="connsiteY47" fmla="*/ 1455767 h 5291395"/>
              <a:gd name="connsiteX48" fmla="*/ 4487781 w 5266078"/>
              <a:gd name="connsiteY48" fmla="*/ 1805575 h 5291395"/>
              <a:gd name="connsiteX49" fmla="*/ 4715988 w 5266078"/>
              <a:gd name="connsiteY49" fmla="*/ 1924144 h 5291395"/>
              <a:gd name="connsiteX50" fmla="*/ 5253419 w 5266078"/>
              <a:gd name="connsiteY50" fmla="*/ 4088805 h 5291395"/>
              <a:gd name="connsiteX51" fmla="*/ 4728305 w 5266078"/>
              <a:gd name="connsiteY51" fmla="*/ 3374632 h 5291395"/>
              <a:gd name="connsiteX52" fmla="*/ 4493028 w 5266078"/>
              <a:gd name="connsiteY52" fmla="*/ 3497340 h 5291395"/>
              <a:gd name="connsiteX53" fmla="*/ 2633039 w 5266078"/>
              <a:gd name="connsiteY53" fmla="*/ 3848287 h 5291395"/>
              <a:gd name="connsiteX54" fmla="*/ 773050 w 5266078"/>
              <a:gd name="connsiteY54" fmla="*/ 3497340 h 5291395"/>
              <a:gd name="connsiteX55" fmla="*/ 537775 w 5266078"/>
              <a:gd name="connsiteY55" fmla="*/ 3374632 h 5291395"/>
              <a:gd name="connsiteX56" fmla="*/ 12659 w 5266078"/>
              <a:gd name="connsiteY56" fmla="*/ 4088805 h 5291395"/>
              <a:gd name="connsiteX57" fmla="*/ 778297 w 5266078"/>
              <a:gd name="connsiteY57" fmla="*/ 4928928 h 5291395"/>
              <a:gd name="connsiteX58" fmla="*/ 2633039 w 5266078"/>
              <a:gd name="connsiteY58" fmla="*/ 5278736 h 5291395"/>
              <a:gd name="connsiteX59" fmla="*/ 4487781 w 5266078"/>
              <a:gd name="connsiteY59" fmla="*/ 4928928 h 5291395"/>
              <a:gd name="connsiteX60" fmla="*/ 5253419 w 5266078"/>
              <a:gd name="connsiteY60" fmla="*/ 4088805 h 5291395"/>
              <a:gd name="connsiteX61" fmla="*/ 4487781 w 5266078"/>
              <a:gd name="connsiteY61" fmla="*/ 3485820 h 5291395"/>
              <a:gd name="connsiteX62" fmla="*/ 4715988 w 5266078"/>
              <a:gd name="connsiteY62" fmla="*/ 3367251 h 5291395"/>
              <a:gd name="connsiteX63" fmla="*/ 4487781 w 5266078"/>
              <a:gd name="connsiteY63" fmla="*/ 3248683 h 5291395"/>
              <a:gd name="connsiteX64" fmla="*/ 2633039 w 5266078"/>
              <a:gd name="connsiteY64" fmla="*/ 2898874 h 5291395"/>
              <a:gd name="connsiteX65" fmla="*/ 778297 w 5266078"/>
              <a:gd name="connsiteY65" fmla="*/ 3248683 h 5291395"/>
              <a:gd name="connsiteX66" fmla="*/ 550091 w 5266078"/>
              <a:gd name="connsiteY66" fmla="*/ 3367251 h 5291395"/>
              <a:gd name="connsiteX67" fmla="*/ 778297 w 5266078"/>
              <a:gd name="connsiteY67" fmla="*/ 3485820 h 5291395"/>
              <a:gd name="connsiteX68" fmla="*/ 2633039 w 5266078"/>
              <a:gd name="connsiteY68" fmla="*/ 3835629 h 5291395"/>
              <a:gd name="connsiteX69" fmla="*/ 4487781 w 5266078"/>
              <a:gd name="connsiteY69" fmla="*/ 3485820 h 5291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5266078" h="5291395">
                <a:moveTo>
                  <a:pt x="525553" y="1924144"/>
                </a:moveTo>
                <a:cubicBezTo>
                  <a:pt x="196456" y="1723900"/>
                  <a:pt x="0" y="1474381"/>
                  <a:pt x="0" y="1202590"/>
                </a:cubicBezTo>
                <a:cubicBezTo>
                  <a:pt x="0" y="868251"/>
                  <a:pt x="297280" y="567622"/>
                  <a:pt x="773050" y="350946"/>
                </a:cubicBezTo>
                <a:cubicBezTo>
                  <a:pt x="1249390" y="134011"/>
                  <a:pt x="1907004" y="0"/>
                  <a:pt x="2633039" y="0"/>
                </a:cubicBezTo>
                <a:cubicBezTo>
                  <a:pt x="3359074" y="0"/>
                  <a:pt x="4016689" y="134011"/>
                  <a:pt x="4493028" y="350946"/>
                </a:cubicBezTo>
                <a:cubicBezTo>
                  <a:pt x="4968798" y="567622"/>
                  <a:pt x="5266078" y="868251"/>
                  <a:pt x="5266078" y="1202590"/>
                </a:cubicBezTo>
                <a:cubicBezTo>
                  <a:pt x="5266078" y="1474381"/>
                  <a:pt x="5069619" y="1723900"/>
                  <a:pt x="4740527" y="1924144"/>
                </a:cubicBezTo>
                <a:cubicBezTo>
                  <a:pt x="5069619" y="2124388"/>
                  <a:pt x="5266078" y="2373906"/>
                  <a:pt x="5266078" y="2645698"/>
                </a:cubicBezTo>
                <a:cubicBezTo>
                  <a:pt x="5266078" y="2917489"/>
                  <a:pt x="5069619" y="3167008"/>
                  <a:pt x="4740527" y="3367251"/>
                </a:cubicBezTo>
                <a:cubicBezTo>
                  <a:pt x="5069619" y="3567495"/>
                  <a:pt x="5266078" y="3817014"/>
                  <a:pt x="5266078" y="4088805"/>
                </a:cubicBezTo>
                <a:cubicBezTo>
                  <a:pt x="5266078" y="4423144"/>
                  <a:pt x="4968798" y="4723773"/>
                  <a:pt x="4493028" y="4940448"/>
                </a:cubicBezTo>
                <a:cubicBezTo>
                  <a:pt x="4016689" y="5157383"/>
                  <a:pt x="3359074" y="5291395"/>
                  <a:pt x="2633039" y="5291395"/>
                </a:cubicBezTo>
                <a:cubicBezTo>
                  <a:pt x="1907004" y="5291395"/>
                  <a:pt x="1249390" y="5157383"/>
                  <a:pt x="773050" y="4940448"/>
                </a:cubicBezTo>
                <a:cubicBezTo>
                  <a:pt x="297280" y="4723773"/>
                  <a:pt x="0" y="4423144"/>
                  <a:pt x="0" y="4088805"/>
                </a:cubicBezTo>
                <a:cubicBezTo>
                  <a:pt x="0" y="3817014"/>
                  <a:pt x="196456" y="3567495"/>
                  <a:pt x="525553" y="3367251"/>
                </a:cubicBezTo>
                <a:cubicBezTo>
                  <a:pt x="196456" y="3167008"/>
                  <a:pt x="0" y="2917489"/>
                  <a:pt x="0" y="2645698"/>
                </a:cubicBezTo>
                <a:cubicBezTo>
                  <a:pt x="0" y="2373906"/>
                  <a:pt x="196456" y="2124388"/>
                  <a:pt x="525553" y="1924144"/>
                </a:cubicBezTo>
                <a:close/>
                <a:moveTo>
                  <a:pt x="12659" y="1202590"/>
                </a:moveTo>
                <a:cubicBezTo>
                  <a:pt x="12659" y="876251"/>
                  <a:pt x="303388" y="578751"/>
                  <a:pt x="778297" y="362466"/>
                </a:cubicBezTo>
                <a:cubicBezTo>
                  <a:pt x="1252643" y="146440"/>
                  <a:pt x="1908384" y="12659"/>
                  <a:pt x="2633039" y="12659"/>
                </a:cubicBezTo>
                <a:cubicBezTo>
                  <a:pt x="3357694" y="12659"/>
                  <a:pt x="4013435" y="146440"/>
                  <a:pt x="4487781" y="362466"/>
                </a:cubicBezTo>
                <a:cubicBezTo>
                  <a:pt x="4962690" y="578751"/>
                  <a:pt x="5253419" y="876251"/>
                  <a:pt x="5253419" y="1202590"/>
                </a:cubicBezTo>
                <a:cubicBezTo>
                  <a:pt x="5253419" y="1469489"/>
                  <a:pt x="5058954" y="1717102"/>
                  <a:pt x="4728305" y="1916764"/>
                </a:cubicBezTo>
                <a:cubicBezTo>
                  <a:pt x="4655916" y="1873413"/>
                  <a:pt x="4577266" y="1832418"/>
                  <a:pt x="4493028" y="1794055"/>
                </a:cubicBezTo>
                <a:cubicBezTo>
                  <a:pt x="4016689" y="1577121"/>
                  <a:pt x="3359074" y="1443108"/>
                  <a:pt x="2633039" y="1443108"/>
                </a:cubicBezTo>
                <a:cubicBezTo>
                  <a:pt x="1907004" y="1443108"/>
                  <a:pt x="1249390" y="1577121"/>
                  <a:pt x="773050" y="1794055"/>
                </a:cubicBezTo>
                <a:cubicBezTo>
                  <a:pt x="688812" y="1832418"/>
                  <a:pt x="610165" y="1873413"/>
                  <a:pt x="537775" y="1916764"/>
                </a:cubicBezTo>
                <a:cubicBezTo>
                  <a:pt x="207127" y="1717102"/>
                  <a:pt x="12659" y="1469489"/>
                  <a:pt x="12659" y="1202590"/>
                </a:cubicBezTo>
                <a:close/>
                <a:moveTo>
                  <a:pt x="4728305" y="1931524"/>
                </a:moveTo>
                <a:cubicBezTo>
                  <a:pt x="5058954" y="2131185"/>
                  <a:pt x="5253419" y="2378799"/>
                  <a:pt x="5253419" y="2645698"/>
                </a:cubicBezTo>
                <a:cubicBezTo>
                  <a:pt x="5253419" y="2912597"/>
                  <a:pt x="5058954" y="3160210"/>
                  <a:pt x="4728305" y="3359871"/>
                </a:cubicBezTo>
                <a:cubicBezTo>
                  <a:pt x="4655916" y="3316521"/>
                  <a:pt x="4577266" y="3275526"/>
                  <a:pt x="4493028" y="3237163"/>
                </a:cubicBezTo>
                <a:cubicBezTo>
                  <a:pt x="4016689" y="3020228"/>
                  <a:pt x="3359074" y="2886216"/>
                  <a:pt x="2633039" y="2886216"/>
                </a:cubicBezTo>
                <a:cubicBezTo>
                  <a:pt x="1907004" y="2886216"/>
                  <a:pt x="1249390" y="3020228"/>
                  <a:pt x="773050" y="3237163"/>
                </a:cubicBezTo>
                <a:cubicBezTo>
                  <a:pt x="688812" y="3275526"/>
                  <a:pt x="610165" y="3316521"/>
                  <a:pt x="537775" y="3359871"/>
                </a:cubicBezTo>
                <a:cubicBezTo>
                  <a:pt x="207127" y="3160210"/>
                  <a:pt x="12659" y="2912597"/>
                  <a:pt x="12659" y="2645698"/>
                </a:cubicBezTo>
                <a:cubicBezTo>
                  <a:pt x="12659" y="2378799"/>
                  <a:pt x="207127" y="2131185"/>
                  <a:pt x="537775" y="1931524"/>
                </a:cubicBezTo>
                <a:cubicBezTo>
                  <a:pt x="610165" y="1974874"/>
                  <a:pt x="688812" y="2015870"/>
                  <a:pt x="773050" y="2054232"/>
                </a:cubicBezTo>
                <a:cubicBezTo>
                  <a:pt x="1249390" y="2271167"/>
                  <a:pt x="1907004" y="2405180"/>
                  <a:pt x="2633039" y="2405180"/>
                </a:cubicBezTo>
                <a:cubicBezTo>
                  <a:pt x="3359074" y="2405180"/>
                  <a:pt x="4016689" y="2271167"/>
                  <a:pt x="4493028" y="2054232"/>
                </a:cubicBezTo>
                <a:cubicBezTo>
                  <a:pt x="4577266" y="2015870"/>
                  <a:pt x="4655916" y="1974874"/>
                  <a:pt x="4728305" y="1931524"/>
                </a:cubicBezTo>
                <a:close/>
                <a:moveTo>
                  <a:pt x="4715988" y="1924144"/>
                </a:moveTo>
                <a:cubicBezTo>
                  <a:pt x="4645732" y="1965893"/>
                  <a:pt x="4569481" y="2005502"/>
                  <a:pt x="4487781" y="2042713"/>
                </a:cubicBezTo>
                <a:cubicBezTo>
                  <a:pt x="4013435" y="2258742"/>
                  <a:pt x="3357694" y="2392521"/>
                  <a:pt x="2633039" y="2392521"/>
                </a:cubicBezTo>
                <a:cubicBezTo>
                  <a:pt x="1908384" y="2392521"/>
                  <a:pt x="1252643" y="2258742"/>
                  <a:pt x="778297" y="2042713"/>
                </a:cubicBezTo>
                <a:cubicBezTo>
                  <a:pt x="696597" y="2005502"/>
                  <a:pt x="620347" y="1965893"/>
                  <a:pt x="550091" y="1924144"/>
                </a:cubicBezTo>
                <a:cubicBezTo>
                  <a:pt x="620347" y="1882395"/>
                  <a:pt x="696597" y="1842785"/>
                  <a:pt x="778297" y="1805575"/>
                </a:cubicBezTo>
                <a:cubicBezTo>
                  <a:pt x="1252643" y="1589545"/>
                  <a:pt x="1908384" y="1455767"/>
                  <a:pt x="2633039" y="1455767"/>
                </a:cubicBezTo>
                <a:cubicBezTo>
                  <a:pt x="3357694" y="1455767"/>
                  <a:pt x="4013435" y="1589545"/>
                  <a:pt x="4487781" y="1805575"/>
                </a:cubicBezTo>
                <a:cubicBezTo>
                  <a:pt x="4569481" y="1842785"/>
                  <a:pt x="4645732" y="1882395"/>
                  <a:pt x="4715988" y="1924144"/>
                </a:cubicBezTo>
                <a:close/>
                <a:moveTo>
                  <a:pt x="5253419" y="4088805"/>
                </a:moveTo>
                <a:cubicBezTo>
                  <a:pt x="5253419" y="3821906"/>
                  <a:pt x="5058954" y="3574293"/>
                  <a:pt x="4728305" y="3374632"/>
                </a:cubicBezTo>
                <a:cubicBezTo>
                  <a:pt x="4655916" y="3417982"/>
                  <a:pt x="4577266" y="3458977"/>
                  <a:pt x="4493028" y="3497340"/>
                </a:cubicBezTo>
                <a:cubicBezTo>
                  <a:pt x="4016689" y="3714275"/>
                  <a:pt x="3359074" y="3848287"/>
                  <a:pt x="2633039" y="3848287"/>
                </a:cubicBezTo>
                <a:cubicBezTo>
                  <a:pt x="1907004" y="3848287"/>
                  <a:pt x="1249390" y="3714275"/>
                  <a:pt x="773050" y="3497340"/>
                </a:cubicBezTo>
                <a:cubicBezTo>
                  <a:pt x="688812" y="3458977"/>
                  <a:pt x="610165" y="3417982"/>
                  <a:pt x="537775" y="3374632"/>
                </a:cubicBezTo>
                <a:cubicBezTo>
                  <a:pt x="207127" y="3574293"/>
                  <a:pt x="12659" y="3821906"/>
                  <a:pt x="12659" y="4088805"/>
                </a:cubicBezTo>
                <a:cubicBezTo>
                  <a:pt x="12659" y="4415144"/>
                  <a:pt x="303388" y="4712646"/>
                  <a:pt x="778297" y="4928928"/>
                </a:cubicBezTo>
                <a:cubicBezTo>
                  <a:pt x="1252643" y="5144958"/>
                  <a:pt x="1908384" y="5278736"/>
                  <a:pt x="2633039" y="5278736"/>
                </a:cubicBezTo>
                <a:cubicBezTo>
                  <a:pt x="3357694" y="5278736"/>
                  <a:pt x="4013435" y="5144958"/>
                  <a:pt x="4487781" y="4928928"/>
                </a:cubicBezTo>
                <a:cubicBezTo>
                  <a:pt x="4962690" y="4712646"/>
                  <a:pt x="5253419" y="4415144"/>
                  <a:pt x="5253419" y="4088805"/>
                </a:cubicBezTo>
                <a:close/>
                <a:moveTo>
                  <a:pt x="4487781" y="3485820"/>
                </a:moveTo>
                <a:cubicBezTo>
                  <a:pt x="4569481" y="3448610"/>
                  <a:pt x="4645732" y="3409000"/>
                  <a:pt x="4715988" y="3367251"/>
                </a:cubicBezTo>
                <a:cubicBezTo>
                  <a:pt x="4645732" y="3325503"/>
                  <a:pt x="4569481" y="3285893"/>
                  <a:pt x="4487781" y="3248683"/>
                </a:cubicBezTo>
                <a:cubicBezTo>
                  <a:pt x="4013435" y="3032653"/>
                  <a:pt x="3357694" y="2898874"/>
                  <a:pt x="2633039" y="2898874"/>
                </a:cubicBezTo>
                <a:cubicBezTo>
                  <a:pt x="1908384" y="2898874"/>
                  <a:pt x="1252643" y="3032653"/>
                  <a:pt x="778297" y="3248683"/>
                </a:cubicBezTo>
                <a:cubicBezTo>
                  <a:pt x="696597" y="3285893"/>
                  <a:pt x="620347" y="3325503"/>
                  <a:pt x="550091" y="3367251"/>
                </a:cubicBezTo>
                <a:cubicBezTo>
                  <a:pt x="620347" y="3409000"/>
                  <a:pt x="696597" y="3448610"/>
                  <a:pt x="778297" y="3485820"/>
                </a:cubicBezTo>
                <a:cubicBezTo>
                  <a:pt x="1252643" y="3701850"/>
                  <a:pt x="1908384" y="3835629"/>
                  <a:pt x="2633039" y="3835629"/>
                </a:cubicBezTo>
                <a:cubicBezTo>
                  <a:pt x="3357694" y="3835629"/>
                  <a:pt x="4013435" y="3701850"/>
                  <a:pt x="4487781" y="3485820"/>
                </a:cubicBezTo>
                <a:close/>
              </a:path>
            </a:pathLst>
          </a:custGeom>
          <a:solidFill>
            <a:schemeClr val="tx2"/>
          </a:solidFill>
          <a:ln w="631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6" name="Picture Placeholder 10">
            <a:extLst>
              <a:ext uri="{FF2B5EF4-FFF2-40B4-BE49-F238E27FC236}">
                <a16:creationId xmlns:a16="http://schemas.microsoft.com/office/drawing/2014/main" id="{E37AD4D7-DF5E-80C0-7D49-87609C9C6A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04546" y="3682177"/>
            <a:ext cx="5240759" cy="2379862"/>
          </a:xfrm>
          <a:custGeom>
            <a:avLst/>
            <a:gdLst>
              <a:gd name="connsiteX0" fmla="*/ 525115 w 5240759"/>
              <a:gd name="connsiteY0" fmla="*/ 475757 h 2379862"/>
              <a:gd name="connsiteX1" fmla="*/ 760390 w 5240759"/>
              <a:gd name="connsiteY1" fmla="*/ 598466 h 2379862"/>
              <a:gd name="connsiteX2" fmla="*/ 2620379 w 5240759"/>
              <a:gd name="connsiteY2" fmla="*/ 949413 h 2379862"/>
              <a:gd name="connsiteX3" fmla="*/ 4480368 w 5240759"/>
              <a:gd name="connsiteY3" fmla="*/ 598466 h 2379862"/>
              <a:gd name="connsiteX4" fmla="*/ 4715646 w 5240759"/>
              <a:gd name="connsiteY4" fmla="*/ 475757 h 2379862"/>
              <a:gd name="connsiteX5" fmla="*/ 5231758 w 5240759"/>
              <a:gd name="connsiteY5" fmla="*/ 1090804 h 2379862"/>
              <a:gd name="connsiteX6" fmla="*/ 5240759 w 5240759"/>
              <a:gd name="connsiteY6" fmla="*/ 1189920 h 2379862"/>
              <a:gd name="connsiteX7" fmla="*/ 5240759 w 5240759"/>
              <a:gd name="connsiteY7" fmla="*/ 1189940 h 2379862"/>
              <a:gd name="connsiteX8" fmla="*/ 5227340 w 5240759"/>
              <a:gd name="connsiteY8" fmla="*/ 1310854 h 2379862"/>
              <a:gd name="connsiteX9" fmla="*/ 4475121 w 5240759"/>
              <a:gd name="connsiteY9" fmla="*/ 2030054 h 2379862"/>
              <a:gd name="connsiteX10" fmla="*/ 2620379 w 5240759"/>
              <a:gd name="connsiteY10" fmla="*/ 2379862 h 2379862"/>
              <a:gd name="connsiteX11" fmla="*/ 765637 w 5240759"/>
              <a:gd name="connsiteY11" fmla="*/ 2030054 h 2379862"/>
              <a:gd name="connsiteX12" fmla="*/ 678779 w 5240759"/>
              <a:gd name="connsiteY12" fmla="*/ 1988564 h 2379862"/>
              <a:gd name="connsiteX13" fmla="*/ 11806 w 5240759"/>
              <a:gd name="connsiteY13" fmla="*/ 1303386 h 2379862"/>
              <a:gd name="connsiteX14" fmla="*/ 0 w 5240759"/>
              <a:gd name="connsiteY14" fmla="*/ 1189941 h 2379862"/>
              <a:gd name="connsiteX15" fmla="*/ 0 w 5240759"/>
              <a:gd name="connsiteY15" fmla="*/ 1189920 h 2379862"/>
              <a:gd name="connsiteX16" fmla="*/ 9001 w 5240759"/>
              <a:gd name="connsiteY16" fmla="*/ 1090804 h 2379862"/>
              <a:gd name="connsiteX17" fmla="*/ 525115 w 5240759"/>
              <a:gd name="connsiteY17" fmla="*/ 475757 h 2379862"/>
              <a:gd name="connsiteX18" fmla="*/ 2620379 w 5240759"/>
              <a:gd name="connsiteY18" fmla="*/ 0 h 2379862"/>
              <a:gd name="connsiteX19" fmla="*/ 4475121 w 5240759"/>
              <a:gd name="connsiteY19" fmla="*/ 349808 h 2379862"/>
              <a:gd name="connsiteX20" fmla="*/ 4703329 w 5240759"/>
              <a:gd name="connsiteY20" fmla="*/ 468377 h 2379862"/>
              <a:gd name="connsiteX21" fmla="*/ 4475121 w 5240759"/>
              <a:gd name="connsiteY21" fmla="*/ 586946 h 2379862"/>
              <a:gd name="connsiteX22" fmla="*/ 2620379 w 5240759"/>
              <a:gd name="connsiteY22" fmla="*/ 936754 h 2379862"/>
              <a:gd name="connsiteX23" fmla="*/ 765637 w 5240759"/>
              <a:gd name="connsiteY23" fmla="*/ 586946 h 2379862"/>
              <a:gd name="connsiteX24" fmla="*/ 537431 w 5240759"/>
              <a:gd name="connsiteY24" fmla="*/ 468377 h 2379862"/>
              <a:gd name="connsiteX25" fmla="*/ 765637 w 5240759"/>
              <a:gd name="connsiteY25" fmla="*/ 349808 h 2379862"/>
              <a:gd name="connsiteX26" fmla="*/ 951798 w 5240759"/>
              <a:gd name="connsiteY26" fmla="*/ 272754 h 2379862"/>
              <a:gd name="connsiteX27" fmla="*/ 2620379 w 5240759"/>
              <a:gd name="connsiteY27" fmla="*/ 0 h 2379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240759" h="2379862">
                <a:moveTo>
                  <a:pt x="525115" y="475757"/>
                </a:moveTo>
                <a:cubicBezTo>
                  <a:pt x="597505" y="519107"/>
                  <a:pt x="676152" y="560103"/>
                  <a:pt x="760390" y="598466"/>
                </a:cubicBezTo>
                <a:cubicBezTo>
                  <a:pt x="1236730" y="815400"/>
                  <a:pt x="1894344" y="949413"/>
                  <a:pt x="2620379" y="949413"/>
                </a:cubicBezTo>
                <a:cubicBezTo>
                  <a:pt x="3346415" y="949413"/>
                  <a:pt x="4004029" y="815400"/>
                  <a:pt x="4480368" y="598466"/>
                </a:cubicBezTo>
                <a:cubicBezTo>
                  <a:pt x="4564606" y="560103"/>
                  <a:pt x="4643256" y="519107"/>
                  <a:pt x="4715646" y="475757"/>
                </a:cubicBezTo>
                <a:cubicBezTo>
                  <a:pt x="5004963" y="650462"/>
                  <a:pt x="5190016" y="861878"/>
                  <a:pt x="5231758" y="1090804"/>
                </a:cubicBezTo>
                <a:lnTo>
                  <a:pt x="5240759" y="1189920"/>
                </a:lnTo>
                <a:lnTo>
                  <a:pt x="5240759" y="1189940"/>
                </a:lnTo>
                <a:lnTo>
                  <a:pt x="5227340" y="1310854"/>
                </a:lnTo>
                <a:cubicBezTo>
                  <a:pt x="5165200" y="1589376"/>
                  <a:pt x="4890666" y="1840807"/>
                  <a:pt x="4475121" y="2030054"/>
                </a:cubicBezTo>
                <a:cubicBezTo>
                  <a:pt x="4000775" y="2246083"/>
                  <a:pt x="3345035" y="2379862"/>
                  <a:pt x="2620379" y="2379862"/>
                </a:cubicBezTo>
                <a:cubicBezTo>
                  <a:pt x="1895724" y="2379862"/>
                  <a:pt x="1239983" y="2246083"/>
                  <a:pt x="765637" y="2030054"/>
                </a:cubicBezTo>
                <a:cubicBezTo>
                  <a:pt x="735959" y="2016534"/>
                  <a:pt x="706995" y="2002704"/>
                  <a:pt x="678779" y="1988564"/>
                </a:cubicBezTo>
                <a:cubicBezTo>
                  <a:pt x="308429" y="1802984"/>
                  <a:pt x="66501" y="1564950"/>
                  <a:pt x="11806" y="1303386"/>
                </a:cubicBezTo>
                <a:lnTo>
                  <a:pt x="0" y="1189941"/>
                </a:lnTo>
                <a:lnTo>
                  <a:pt x="0" y="1189920"/>
                </a:lnTo>
                <a:lnTo>
                  <a:pt x="9001" y="1090804"/>
                </a:lnTo>
                <a:cubicBezTo>
                  <a:pt x="50744" y="861878"/>
                  <a:pt x="235798" y="650462"/>
                  <a:pt x="525115" y="475757"/>
                </a:cubicBezTo>
                <a:close/>
                <a:moveTo>
                  <a:pt x="2620379" y="0"/>
                </a:moveTo>
                <a:cubicBezTo>
                  <a:pt x="3345035" y="0"/>
                  <a:pt x="4000775" y="133779"/>
                  <a:pt x="4475121" y="349808"/>
                </a:cubicBezTo>
                <a:cubicBezTo>
                  <a:pt x="4556821" y="387019"/>
                  <a:pt x="4633072" y="426628"/>
                  <a:pt x="4703329" y="468377"/>
                </a:cubicBezTo>
                <a:cubicBezTo>
                  <a:pt x="4633072" y="510126"/>
                  <a:pt x="4556821" y="549735"/>
                  <a:pt x="4475121" y="586946"/>
                </a:cubicBezTo>
                <a:cubicBezTo>
                  <a:pt x="4000775" y="802976"/>
                  <a:pt x="3345035" y="936754"/>
                  <a:pt x="2620379" y="936754"/>
                </a:cubicBezTo>
                <a:cubicBezTo>
                  <a:pt x="1895724" y="936754"/>
                  <a:pt x="1239983" y="802976"/>
                  <a:pt x="765637" y="586946"/>
                </a:cubicBezTo>
                <a:cubicBezTo>
                  <a:pt x="683937" y="549735"/>
                  <a:pt x="607687" y="510126"/>
                  <a:pt x="537431" y="468377"/>
                </a:cubicBezTo>
                <a:cubicBezTo>
                  <a:pt x="607687" y="426628"/>
                  <a:pt x="683937" y="387019"/>
                  <a:pt x="765637" y="349808"/>
                </a:cubicBezTo>
                <a:cubicBezTo>
                  <a:pt x="824931" y="322807"/>
                  <a:pt x="887061" y="297084"/>
                  <a:pt x="951798" y="272754"/>
                </a:cubicBezTo>
                <a:cubicBezTo>
                  <a:pt x="1404998" y="102429"/>
                  <a:pt x="1986310" y="0"/>
                  <a:pt x="26203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Date Placeholder 6">
            <a:extLst>
              <a:ext uri="{FF2B5EF4-FFF2-40B4-BE49-F238E27FC236}">
                <a16:creationId xmlns:a16="http://schemas.microsoft.com/office/drawing/2014/main" id="{63E1CB2B-425E-870F-234A-11066990B84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34030" y="6453002"/>
            <a:ext cx="195177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850BF87A-EDEC-867A-CDAD-B928EDCAEE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726037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5AE0F92F-FE2F-893B-E9CB-D4FBFB75386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481678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093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634999"/>
            <a:ext cx="7538426" cy="3726812"/>
          </a:xfrm>
        </p:spPr>
        <p:txBody>
          <a:bodyPr anchor="t">
            <a:normAutofit/>
          </a:bodyPr>
          <a:lstStyle>
            <a:lvl1pPr algn="l">
              <a:defRPr sz="6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8" y="4591812"/>
            <a:ext cx="7538426" cy="1477683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777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000760"/>
            <a:ext cx="8095017" cy="3361052"/>
          </a:xfrm>
        </p:spPr>
        <p:txBody>
          <a:bodyPr anchor="b">
            <a:normAutofit/>
          </a:bodyPr>
          <a:lstStyle>
            <a:lvl1pPr algn="l">
              <a:defRPr sz="6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8" y="4728525"/>
            <a:ext cx="8095017" cy="112871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3543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381758"/>
            <a:ext cx="9037983" cy="2557697"/>
          </a:xfrm>
        </p:spPr>
        <p:txBody>
          <a:bodyPr anchor="b">
            <a:normAutofit/>
          </a:bodyPr>
          <a:lstStyle>
            <a:lvl1pPr algn="ctr">
              <a:defRPr sz="6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3603" y="4211767"/>
            <a:ext cx="7924802" cy="1241971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5162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49" y="1001715"/>
            <a:ext cx="8486780" cy="5221286"/>
          </a:xfrm>
        </p:spPr>
        <p:txBody>
          <a:bodyPr anchor="b">
            <a:normAutofit/>
          </a:bodyPr>
          <a:lstStyle>
            <a:lvl1pPr algn="l">
              <a:defRPr sz="6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5739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4353867"/>
            <a:ext cx="9980959" cy="1869134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84000"/>
              </a:lnSpc>
              <a:defRPr sz="6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0BFFA-7DAF-52FB-8C17-25A920A8C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solidFill>
                  <a:schemeClr val="bg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A860A-CE60-9153-311E-1630CE572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bg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FB454-6FF8-3E7D-5E61-22795DC06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2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7635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7" y="664108"/>
            <a:ext cx="8481402" cy="1554480"/>
          </a:xfrm>
        </p:spPr>
        <p:txBody>
          <a:bodyPr bIns="0" anchor="b">
            <a:normAutofit/>
          </a:bodyPr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7" y="2348374"/>
            <a:ext cx="8481402" cy="3689909"/>
          </a:xfrm>
        </p:spPr>
        <p:txBody>
          <a:bodyPr bIns="0">
            <a:normAutofit/>
          </a:bodyPr>
          <a:lstStyle>
            <a:lvl1pPr marL="342900" indent="-342900">
              <a:buFont typeface="+mj-lt"/>
              <a:buAutoNum type="arabicPeriod"/>
              <a:defRPr sz="1700"/>
            </a:lvl1pPr>
            <a:lvl2pPr marL="228600" indent="0">
              <a:buFont typeface="+mj-lt"/>
              <a:buNone/>
              <a:defRPr sz="1700"/>
            </a:lvl2pPr>
            <a:lvl3pPr marL="457200" indent="0">
              <a:buFont typeface="+mj-lt"/>
              <a:buNone/>
              <a:defRPr sz="17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bIns="0"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bIns="0"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bIns="0"/>
          <a:lstStyle/>
          <a:p>
            <a:fld id="{CC057153-B650-4DEB-B370-79DDCFDCE934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741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595" y="634999"/>
            <a:ext cx="5075580" cy="1868241"/>
          </a:xfrm>
        </p:spPr>
        <p:txBody>
          <a:bodyPr anchor="b">
            <a:noAutofit/>
          </a:bodyPr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8C6E1410-66DE-9241-4185-21B0E61A50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 r="-802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93595" y="2875340"/>
            <a:ext cx="5075580" cy="334766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700">
                <a:solidFill>
                  <a:schemeClr val="tx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93591" y="6453002"/>
            <a:ext cx="19966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83664" y="6453001"/>
            <a:ext cx="282892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2585" y="6453001"/>
            <a:ext cx="556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2752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2385975"/>
            <a:ext cx="4719431" cy="2454796"/>
          </a:xfrm>
        </p:spPr>
        <p:txBody>
          <a:bodyPr>
            <a:noAutofit/>
          </a:bodyPr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86499" y="2386584"/>
            <a:ext cx="4328489" cy="245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700">
                <a:solidFill>
                  <a:schemeClr val="tx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2000">
                <a:solidFill>
                  <a:schemeClr val="tx2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2000">
                <a:solidFill>
                  <a:schemeClr val="tx2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9477" y="6453002"/>
            <a:ext cx="282892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8398" y="6453002"/>
            <a:ext cx="556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393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2258568"/>
            <a:ext cx="4328499" cy="3557016"/>
          </a:xfrm>
        </p:spPr>
        <p:txBody>
          <a:bodyPr bIns="0">
            <a:normAutofit/>
          </a:bodyPr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2254250"/>
            <a:ext cx="5266077" cy="3556000"/>
          </a:xfrm>
        </p:spPr>
        <p:txBody>
          <a:bodyPr bIns="0">
            <a:normAutofit/>
          </a:bodyPr>
          <a:lstStyle>
            <a:lvl1pPr marL="0" indent="0">
              <a:buNone/>
              <a:defRPr sz="1700"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rgbClr val="361E14"/>
                </a:solidFill>
              </a:defRPr>
            </a:lvl2pPr>
            <a:lvl3pPr marL="457200" indent="0">
              <a:buNone/>
              <a:defRPr>
                <a:solidFill>
                  <a:srgbClr val="361E14"/>
                </a:solidFill>
              </a:defRPr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b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b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b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3303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8" y="829193"/>
            <a:ext cx="4391662" cy="5068687"/>
          </a:xfrm>
        </p:spPr>
        <p:txBody>
          <a:bodyPr>
            <a:normAutofit/>
          </a:bodyPr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5458" y="829628"/>
            <a:ext cx="5681662" cy="5068252"/>
          </a:xfrm>
        </p:spPr>
        <p:txBody>
          <a:bodyPr>
            <a:normAutofit/>
          </a:bodyPr>
          <a:lstStyle>
            <a:lvl1pPr marL="0" indent="0">
              <a:buNone/>
              <a:defRPr sz="1700"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rgbClr val="361E14"/>
                </a:solidFill>
              </a:defRPr>
            </a:lvl2pPr>
            <a:lvl3pPr marL="457200" indent="0">
              <a:buNone/>
              <a:defRPr>
                <a:solidFill>
                  <a:srgbClr val="361E14"/>
                </a:solidFill>
              </a:defRPr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485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7" y="993213"/>
            <a:ext cx="4328500" cy="4864028"/>
          </a:xfrm>
        </p:spPr>
        <p:txBody>
          <a:bodyPr>
            <a:normAutofit/>
          </a:bodyPr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001714"/>
            <a:ext cx="6209053" cy="5221285"/>
          </a:xfrm>
        </p:spPr>
        <p:txBody>
          <a:bodyPr>
            <a:normAutofit/>
          </a:bodyPr>
          <a:lstStyle>
            <a:lvl1pPr marL="0" indent="0">
              <a:buNone/>
              <a:defRPr sz="1700"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rgbClr val="361E14"/>
                </a:solidFill>
              </a:defRPr>
            </a:lvl2pPr>
            <a:lvl3pPr marL="457200" indent="0">
              <a:buNone/>
              <a:defRPr>
                <a:solidFill>
                  <a:srgbClr val="361E14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1053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7" y="634998"/>
            <a:ext cx="3399377" cy="5588001"/>
          </a:xfrm>
        </p:spPr>
        <p:txBody>
          <a:bodyPr>
            <a:normAutofit/>
          </a:bodyPr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19788" y="634998"/>
            <a:ext cx="7138176" cy="5588001"/>
          </a:xfrm>
        </p:spPr>
        <p:txBody>
          <a:bodyPr>
            <a:normAutofit/>
          </a:bodyPr>
          <a:lstStyle>
            <a:lvl1pPr marL="0" indent="0">
              <a:buNone/>
              <a:defRPr sz="1700">
                <a:solidFill>
                  <a:schemeClr val="tx2"/>
                </a:solidFill>
              </a:defRPr>
            </a:lvl1pPr>
            <a:lvl2pPr>
              <a:defRPr>
                <a:solidFill>
                  <a:srgbClr val="361E14"/>
                </a:solidFill>
              </a:defRPr>
            </a:lvl2pPr>
            <a:lvl3pPr>
              <a:defRPr>
                <a:solidFill>
                  <a:srgbClr val="361E14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3849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7"/>
            <a:ext cx="10923934" cy="1113477"/>
          </a:xfrm>
        </p:spPr>
        <p:txBody>
          <a:bodyPr lIns="0" tIns="0" rIns="0" bIns="0" anchor="b">
            <a:noAutofit/>
          </a:bodyPr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30" y="2142921"/>
            <a:ext cx="10923934" cy="4093526"/>
          </a:xfr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1700"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rgbClr val="361E14"/>
                </a:solidFill>
              </a:defRPr>
            </a:lvl2pPr>
            <a:lvl3pPr marL="457200" indent="0">
              <a:buNone/>
              <a:defRPr>
                <a:solidFill>
                  <a:srgbClr val="361E14"/>
                </a:solidFill>
              </a:defRPr>
            </a:lvl3pPr>
            <a:lvl4pPr marL="685800" indent="0">
              <a:buNone/>
              <a:defRPr>
                <a:solidFill>
                  <a:srgbClr val="361E14"/>
                </a:solidFill>
              </a:defRPr>
            </a:lvl4pPr>
            <a:lvl5pPr marL="914400" indent="0">
              <a:buNone/>
              <a:defRPr>
                <a:solidFill>
                  <a:srgbClr val="361E1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2FE53322-94C5-FBF3-4E46-D79515F3F3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4028" y="6453002"/>
            <a:ext cx="37719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0EC10FEF-5A5B-FFAB-9CB8-FFB517C50E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2454" y="6453002"/>
            <a:ext cx="282892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3F7EBC81-5A58-80DA-E8BB-8E707B13C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5" y="6453002"/>
            <a:ext cx="5565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tx2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5956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993" y="634998"/>
            <a:ext cx="6378971" cy="1113477"/>
          </a:xfrm>
        </p:spPr>
        <p:txBody>
          <a:bodyPr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rgbClr val="361E14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269" y="2129475"/>
            <a:ext cx="6356348" cy="4093526"/>
          </a:xfrm>
        </p:spPr>
        <p:txBody>
          <a:bodyPr>
            <a:normAutofit/>
          </a:bodyPr>
          <a:lstStyle>
            <a:lvl1pPr marL="0" indent="0">
              <a:buNone/>
              <a:defRPr sz="1700"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rgbClr val="361E14"/>
                </a:solidFill>
              </a:defRPr>
            </a:lvl2pPr>
            <a:lvl3pPr marL="457200" indent="0">
              <a:buNone/>
              <a:defRPr>
                <a:solidFill>
                  <a:srgbClr val="361E14"/>
                </a:solidFill>
              </a:defRPr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174303" y="6453002"/>
            <a:ext cx="333758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51106" y="6448643"/>
            <a:ext cx="282892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80027" y="6448643"/>
            <a:ext cx="556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5334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7" y="634998"/>
            <a:ext cx="6208941" cy="1113475"/>
          </a:xfrm>
        </p:spPr>
        <p:txBody>
          <a:bodyPr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153" y="2129474"/>
            <a:ext cx="6208941" cy="4189029"/>
          </a:xfrm>
        </p:spPr>
        <p:txBody>
          <a:bodyPr>
            <a:normAutofit/>
          </a:bodyPr>
          <a:lstStyle>
            <a:lvl1pPr marL="0" indent="0">
              <a:buNone/>
              <a:defRPr sz="1700">
                <a:solidFill>
                  <a:schemeClr val="tx2"/>
                </a:solidFill>
              </a:defRPr>
            </a:lvl1pPr>
            <a:lvl2pPr marL="228600" indent="0">
              <a:buNone/>
              <a:defRPr sz="1700">
                <a:solidFill>
                  <a:srgbClr val="361E14"/>
                </a:solidFill>
              </a:defRPr>
            </a:lvl2pPr>
            <a:lvl3pPr marL="457200" indent="0">
              <a:buNone/>
              <a:defRPr sz="1700">
                <a:solidFill>
                  <a:srgbClr val="361E14"/>
                </a:solidFill>
              </a:defRPr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2FF36F2E-B43F-6ED0-72B5-6CC25644B0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98115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rgbClr val="361E14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34027" y="6453002"/>
            <a:ext cx="377190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656668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412309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9387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634999"/>
            <a:ext cx="6812228" cy="741373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rgbClr val="361E14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748474"/>
            <a:ext cx="6812228" cy="4615749"/>
          </a:xfrm>
        </p:spPr>
        <p:txBody>
          <a:bodyPr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700">
                <a:solidFill>
                  <a:schemeClr val="tx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 b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b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b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8184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34999"/>
            <a:ext cx="6858000" cy="741373"/>
          </a:xfrm>
        </p:spPr>
        <p:txBody>
          <a:bodyPr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748474"/>
            <a:ext cx="6858000" cy="461575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700">
                <a:solidFill>
                  <a:schemeClr val="tx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700">
                <a:solidFill>
                  <a:schemeClr val="tx2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700">
                <a:solidFill>
                  <a:schemeClr val="tx2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E9129CC5-2B3D-252B-BC3C-186277471B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6864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rgbClr val="361E14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735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097" y="634999"/>
            <a:ext cx="4333867" cy="1476388"/>
          </a:xfrm>
        </p:spPr>
        <p:txBody>
          <a:bodyPr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rgbClr val="361E14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4097" y="2514278"/>
            <a:ext cx="4333867" cy="3708722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700">
                <a:solidFill>
                  <a:schemeClr val="tx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1744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4340306" cy="1475462"/>
          </a:xfrm>
        </p:spPr>
        <p:txBody>
          <a:bodyPr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153" y="2491461"/>
            <a:ext cx="4339485" cy="3817264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700">
                <a:solidFill>
                  <a:schemeClr val="tx2"/>
                </a:solidFill>
              </a:defRPr>
            </a:lvl1pPr>
            <a:lvl2pPr>
              <a:defRPr>
                <a:solidFill>
                  <a:srgbClr val="361E14"/>
                </a:solidFill>
              </a:defRPr>
            </a:lvl2pPr>
            <a:lvl3pPr>
              <a:defRPr>
                <a:solidFill>
                  <a:srgbClr val="361E14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rgbClr val="361E14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30" y="6453002"/>
            <a:ext cx="203107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8790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44431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23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0163" y="634998"/>
            <a:ext cx="4487665" cy="1113476"/>
          </a:xfrm>
        </p:spPr>
        <p:txBody>
          <a:bodyPr anchor="b">
            <a:noAutofit/>
          </a:bodyPr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FD399BB0-0243-B130-7751-E5FFFCB57B0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rgbClr val="361E14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80555" y="2129474"/>
            <a:ext cx="4477410" cy="4234749"/>
          </a:xfrm>
        </p:spPr>
        <p:txBody>
          <a:bodyPr>
            <a:normAutofit/>
          </a:bodyPr>
          <a:lstStyle>
            <a:lvl1pPr marL="0" indent="0">
              <a:buNone/>
              <a:defRPr sz="1700">
                <a:solidFill>
                  <a:schemeClr val="tx2"/>
                </a:solidFill>
              </a:defRPr>
            </a:lvl1pPr>
            <a:lvl2pPr>
              <a:defRPr>
                <a:solidFill>
                  <a:srgbClr val="361E14"/>
                </a:solidFill>
              </a:defRPr>
            </a:lvl2pPr>
            <a:lvl3pPr>
              <a:defRPr>
                <a:solidFill>
                  <a:srgbClr val="361E14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70163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6659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4714754" cy="741373"/>
          </a:xfrm>
        </p:spPr>
        <p:txBody>
          <a:bodyPr anchor="b">
            <a:noAutofit/>
          </a:bodyPr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156" y="1748474"/>
            <a:ext cx="4714754" cy="4615749"/>
          </a:xfrm>
        </p:spPr>
        <p:txBody>
          <a:bodyPr>
            <a:normAutofit/>
          </a:bodyPr>
          <a:lstStyle>
            <a:lvl1pPr marL="0" indent="0">
              <a:buNone/>
              <a:defRPr sz="1700">
                <a:solidFill>
                  <a:schemeClr val="tx2"/>
                </a:solidFill>
              </a:defRPr>
            </a:lvl1pPr>
            <a:lvl2pPr>
              <a:defRPr>
                <a:solidFill>
                  <a:srgbClr val="361E14"/>
                </a:solidFill>
              </a:defRPr>
            </a:lvl2pPr>
            <a:lvl3pPr>
              <a:defRPr>
                <a:solidFill>
                  <a:srgbClr val="361E14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rgbClr val="361E14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30" y="6453002"/>
            <a:ext cx="203107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3936" y="6448054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19577" y="6448054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040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5" y="634999"/>
            <a:ext cx="3385510" cy="1475462"/>
          </a:xfrm>
        </p:spPr>
        <p:txBody>
          <a:bodyPr anchor="b">
            <a:noAutofit/>
          </a:bodyPr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rgbClr val="361E14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582" y="2491461"/>
            <a:ext cx="3385510" cy="3731539"/>
          </a:xfrm>
        </p:spPr>
        <p:txBody>
          <a:bodyPr>
            <a:normAutofit/>
          </a:bodyPr>
          <a:lstStyle>
            <a:lvl1pPr marL="0" indent="0">
              <a:buNone/>
              <a:defRPr sz="1700">
                <a:solidFill>
                  <a:schemeClr val="tx2"/>
                </a:solidFill>
              </a:defRPr>
            </a:lvl1pPr>
            <a:lvl2pPr>
              <a:defRPr>
                <a:solidFill>
                  <a:srgbClr val="361E14"/>
                </a:solidFill>
              </a:defRPr>
            </a:lvl2pPr>
            <a:lvl3pPr>
              <a:defRPr>
                <a:solidFill>
                  <a:srgbClr val="361E14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72454" y="6453002"/>
            <a:ext cx="92237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732778" y="6453002"/>
            <a:ext cx="254689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4" y="6453002"/>
            <a:ext cx="556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876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3380186" cy="1475462"/>
          </a:xfrm>
        </p:spPr>
        <p:txBody>
          <a:bodyPr anchor="b">
            <a:noAutofit/>
          </a:bodyPr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157" y="2212975"/>
            <a:ext cx="3380186" cy="4010025"/>
          </a:xfrm>
        </p:spPr>
        <p:txBody>
          <a:bodyPr>
            <a:normAutofit/>
          </a:bodyPr>
          <a:lstStyle>
            <a:lvl1pPr marL="0" indent="0">
              <a:buNone/>
              <a:defRPr sz="1700">
                <a:solidFill>
                  <a:schemeClr val="tx2"/>
                </a:solidFill>
              </a:defRPr>
            </a:lvl1pPr>
            <a:lvl2pPr>
              <a:defRPr>
                <a:solidFill>
                  <a:srgbClr val="361E14"/>
                </a:solidFill>
              </a:defRPr>
            </a:lvl2pPr>
            <a:lvl3pPr>
              <a:defRPr>
                <a:solidFill>
                  <a:srgbClr val="361E14"/>
                </a:solidFill>
              </a:defRPr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rgbClr val="361E14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2" name="Date Placeholder 4">
            <a:extLst>
              <a:ext uri="{FF2B5EF4-FFF2-40B4-BE49-F238E27FC236}">
                <a16:creationId xmlns:a16="http://schemas.microsoft.com/office/drawing/2014/main" id="{FFF12B4A-E1B9-5631-D806-48F6A0C4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30" y="6453002"/>
            <a:ext cx="203107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3" name="Footer Placeholder 5">
            <a:extLst>
              <a:ext uri="{FF2B5EF4-FFF2-40B4-BE49-F238E27FC236}">
                <a16:creationId xmlns:a16="http://schemas.microsoft.com/office/drawing/2014/main" id="{6F99F8D7-6253-E1E0-1409-A9F289B0E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9368" y="6448054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34" name="Slide Number Placeholder 6">
            <a:extLst>
              <a:ext uri="{FF2B5EF4-FFF2-40B4-BE49-F238E27FC236}">
                <a16:creationId xmlns:a16="http://schemas.microsoft.com/office/drawing/2014/main" id="{87C1BA40-72F4-9003-EC0B-FC56D455B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5009" y="6448054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8654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1001716"/>
            <a:ext cx="3385510" cy="2020050"/>
          </a:xfrm>
        </p:spPr>
        <p:txBody>
          <a:bodyPr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rgbClr val="361E14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3448" y="3099816"/>
            <a:ext cx="3385510" cy="3123184"/>
          </a:xfrm>
        </p:spPr>
        <p:txBody>
          <a:bodyPr>
            <a:normAutofit/>
          </a:bodyPr>
          <a:lstStyle>
            <a:lvl1pPr marL="0" indent="0">
              <a:buNone/>
              <a:defRPr sz="1700">
                <a:solidFill>
                  <a:schemeClr val="tx2"/>
                </a:solidFill>
              </a:defRPr>
            </a:lvl1pPr>
            <a:lvl2pPr marL="228600" indent="0">
              <a:buNone/>
              <a:defRPr sz="1600">
                <a:solidFill>
                  <a:srgbClr val="361E14"/>
                </a:solidFill>
              </a:defRPr>
            </a:lvl2pPr>
            <a:lvl3pPr marL="457200" indent="0">
              <a:buNone/>
              <a:defRPr sz="1400">
                <a:solidFill>
                  <a:srgbClr val="361E14"/>
                </a:solidFill>
              </a:defRPr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2450" y="6453002"/>
            <a:ext cx="99774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0821" y="6453002"/>
            <a:ext cx="233516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1461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7" y="5109526"/>
            <a:ext cx="4328500" cy="1113474"/>
          </a:xfrm>
        </p:spPr>
        <p:txBody>
          <a:bodyPr anchor="t">
            <a:noAutofit/>
          </a:bodyPr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rgbClr val="361E14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109526"/>
            <a:ext cx="6208724" cy="1113474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700">
                <a:solidFill>
                  <a:schemeClr val="tx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rgbClr val="361E14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rgbClr val="361E14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7053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638" y="4162318"/>
            <a:ext cx="2995530" cy="2060682"/>
          </a:xfrm>
        </p:spPr>
        <p:txBody>
          <a:bodyPr anchor="t">
            <a:noAutofit/>
          </a:bodyPr>
          <a:lstStyle>
            <a:lvl1pPr>
              <a:defRPr sz="5000">
                <a:solidFill>
                  <a:srgbClr val="361E1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rgbClr val="361E14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4162318"/>
            <a:ext cx="7534810" cy="2060682"/>
          </a:xfrm>
        </p:spPr>
        <p:txBody>
          <a:bodyPr bIns="0">
            <a:noAutofit/>
          </a:bodyPr>
          <a:lstStyle>
            <a:lvl1pPr marL="0" indent="0">
              <a:buFont typeface="+mj-lt"/>
              <a:buNone/>
              <a:defRPr sz="1700">
                <a:solidFill>
                  <a:srgbClr val="361E14"/>
                </a:solidFill>
              </a:defRPr>
            </a:lvl1pPr>
            <a:lvl2pPr marL="228600" indent="0">
              <a:buFont typeface="+mj-lt"/>
              <a:buNone/>
              <a:defRPr sz="1600">
                <a:solidFill>
                  <a:srgbClr val="361E14"/>
                </a:solidFill>
              </a:defRPr>
            </a:lvl2pPr>
            <a:lvl3pPr marL="457200" indent="0">
              <a:buFont typeface="+mj-lt"/>
              <a:buNone/>
              <a:defRPr sz="1400">
                <a:solidFill>
                  <a:srgbClr val="361E14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361E1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61E1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361E1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0565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637" y="634998"/>
            <a:ext cx="3067587" cy="2240279"/>
          </a:xfrm>
        </p:spPr>
        <p:txBody>
          <a:bodyPr anchor="t">
            <a:noAutofit/>
          </a:bodyPr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46" y="634997"/>
            <a:ext cx="7534817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700">
                <a:solidFill>
                  <a:schemeClr val="tx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rgbClr val="361E14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rgbClr val="361E14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rgbClr val="361E14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9" name="Date Placeholder 4">
            <a:extLst>
              <a:ext uri="{FF2B5EF4-FFF2-40B4-BE49-F238E27FC236}">
                <a16:creationId xmlns:a16="http://schemas.microsoft.com/office/drawing/2014/main" id="{283D4C62-3268-B772-8C96-16B0F14536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28" y="5800"/>
            <a:ext cx="377190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0" name="Footer Placeholder 5">
            <a:extLst>
              <a:ext uri="{FF2B5EF4-FFF2-40B4-BE49-F238E27FC236}">
                <a16:creationId xmlns:a16="http://schemas.microsoft.com/office/drawing/2014/main" id="{1683C407-F5D3-740D-62C1-85CF60F54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2454" y="5800"/>
            <a:ext cx="282892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Slide Number Placeholder 6">
            <a:extLst>
              <a:ext uri="{FF2B5EF4-FFF2-40B4-BE49-F238E27FC236}">
                <a16:creationId xmlns:a16="http://schemas.microsoft.com/office/drawing/2014/main" id="{72D982D5-ACEC-D441-9A14-F9D56B2D6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5" y="5800"/>
            <a:ext cx="556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7299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34999"/>
            <a:ext cx="10945318" cy="938968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rgbClr val="361E14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4097" y="1828801"/>
            <a:ext cx="4333867" cy="43942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700">
                <a:solidFill>
                  <a:schemeClr val="tx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4602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34999"/>
            <a:ext cx="4953762" cy="1494476"/>
          </a:xfrm>
        </p:spPr>
        <p:txBody>
          <a:bodyPr>
            <a:noAutofit/>
          </a:bodyPr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594610"/>
            <a:ext cx="4953762" cy="37379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rgbClr val="361E14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634999"/>
            <a:ext cx="5461964" cy="5588001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700">
                <a:solidFill>
                  <a:schemeClr val="tx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0416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1" y="634999"/>
            <a:ext cx="3490176" cy="1264475"/>
          </a:xfrm>
        </p:spPr>
        <p:txBody>
          <a:bodyPr anchor="t">
            <a:noAutofit/>
          </a:bodyPr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1" y="2181352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rgbClr val="361E14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7" y="634999"/>
            <a:ext cx="6595437" cy="5588001"/>
          </a:xfrm>
        </p:spPr>
        <p:txBody>
          <a:bodyPr>
            <a:normAutofit/>
          </a:bodyPr>
          <a:lstStyle>
            <a:lvl1pPr marL="0" indent="0">
              <a:buNone/>
              <a:defRPr sz="1700">
                <a:solidFill>
                  <a:schemeClr val="tx2"/>
                </a:solidFill>
              </a:defRPr>
            </a:lvl1pPr>
            <a:lvl2pPr marL="228600" indent="0">
              <a:buNone/>
              <a:defRPr sz="1700">
                <a:solidFill>
                  <a:srgbClr val="361E14"/>
                </a:solidFill>
              </a:defRPr>
            </a:lvl2pPr>
            <a:lvl3pPr marL="457200" indent="0">
              <a:buNone/>
              <a:defRPr sz="1700">
                <a:solidFill>
                  <a:srgbClr val="361E14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6737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5016133"/>
            <a:ext cx="5266092" cy="1206868"/>
          </a:xfrm>
        </p:spPr>
        <p:txBody>
          <a:bodyPr anchor="t">
            <a:noAutofit/>
          </a:bodyPr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rgbClr val="361E14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86504" y="5016133"/>
            <a:ext cx="5271460" cy="120686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700">
                <a:solidFill>
                  <a:schemeClr val="tx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rgbClr val="361E14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rgbClr val="361E14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4611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2310943"/>
            <a:ext cx="4719431" cy="2236454"/>
          </a:xfrm>
        </p:spPr>
        <p:txBody>
          <a:bodyPr>
            <a:noAutofit/>
          </a:bodyPr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28" y="0"/>
            <a:ext cx="377190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9477" y="0"/>
            <a:ext cx="282892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8398" y="0"/>
            <a:ext cx="556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86499" y="2311401"/>
            <a:ext cx="4328489" cy="2240954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700">
                <a:solidFill>
                  <a:schemeClr val="tx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2000">
                <a:solidFill>
                  <a:schemeClr val="tx2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2000">
                <a:solidFill>
                  <a:schemeClr val="tx2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2757E84F-C55F-67F9-0840-D4FD3763231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5475285"/>
            <a:ext cx="12192000" cy="1382715"/>
          </a:xfrm>
          <a:blipFill dpi="0" rotWithShape="1">
            <a:blip r:embed="rId2">
              <a:alphaModFix amt="60000"/>
            </a:blip>
            <a:srcRect/>
            <a:stretch>
              <a:fillRect t="-145696" b="-27554"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rgbClr val="361E14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665347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0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>
            <a:extLst>
              <a:ext uri="{FF2B5EF4-FFF2-40B4-BE49-F238E27FC236}">
                <a16:creationId xmlns:a16="http://schemas.microsoft.com/office/drawing/2014/main" id="{93E0EAAA-FEA6-5737-75F5-61C4B685D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4713895" cy="1861191"/>
          </a:xfrm>
        </p:spPr>
        <p:txBody>
          <a:bodyPr lIns="0" tIns="0" rIns="0" bIns="0" anchor="b">
            <a:noAutofit/>
          </a:bodyPr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3" name="Content Placeholder 7">
            <a:extLst>
              <a:ext uri="{FF2B5EF4-FFF2-40B4-BE49-F238E27FC236}">
                <a16:creationId xmlns:a16="http://schemas.microsoft.com/office/drawing/2014/main" id="{FB61DAEE-B7B0-5C8B-B6D8-C19544DC2D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156" y="2877191"/>
            <a:ext cx="4713895" cy="298005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700">
                <a:solidFill>
                  <a:schemeClr val="tx2"/>
                </a:solidFill>
              </a:defRPr>
            </a:lvl1pPr>
            <a:lvl2pPr marL="228600" indent="0">
              <a:lnSpc>
                <a:spcPct val="93000"/>
              </a:lnSpc>
              <a:buFont typeface="Arial" panose="020B0604020202020204" pitchFamily="34" charset="0"/>
              <a:buNone/>
              <a:defRPr sz="1700">
                <a:solidFill>
                  <a:srgbClr val="361E14"/>
                </a:solidFill>
              </a:defRPr>
            </a:lvl2pPr>
            <a:lvl3pPr marL="457200" indent="0">
              <a:lnSpc>
                <a:spcPct val="93000"/>
              </a:lnSpc>
              <a:buFont typeface="Arial" panose="020B0604020202020204" pitchFamily="34" charset="0"/>
              <a:buNone/>
              <a:defRPr sz="1700">
                <a:solidFill>
                  <a:srgbClr val="361E14"/>
                </a:solidFill>
              </a:defRPr>
            </a:lvl3pPr>
            <a:lvl4pPr marL="685800" indent="0">
              <a:lnSpc>
                <a:spcPct val="93000"/>
              </a:lnSpc>
              <a:buFont typeface="Arial" panose="020B0604020202020204" pitchFamily="34" charset="0"/>
              <a:buNone/>
              <a:defRPr sz="1700">
                <a:solidFill>
                  <a:srgbClr val="361E14"/>
                </a:solidFill>
              </a:defRPr>
            </a:lvl4pPr>
            <a:lvl5pPr marL="914400" indent="0">
              <a:lnSpc>
                <a:spcPct val="93000"/>
              </a:lnSpc>
              <a:buFont typeface="Arial" panose="020B0604020202020204" pitchFamily="34" charset="0"/>
              <a:buNone/>
              <a:defRPr sz="1700">
                <a:solidFill>
                  <a:srgbClr val="361E1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3" name="Circles">
            <a:extLst>
              <a:ext uri="{FF2B5EF4-FFF2-40B4-BE49-F238E27FC236}">
                <a16:creationId xmlns:a16="http://schemas.microsoft.com/office/drawing/2014/main" id="{712ACB22-17CF-B0E0-9F66-199D012E0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1020" y="787101"/>
            <a:ext cx="5266944" cy="5283799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C7084CA-E815-3B47-AAA3-4B9FBAF6BE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04736" y="2241116"/>
            <a:ext cx="5239512" cy="2383894"/>
          </a:xfrm>
          <a:custGeom>
            <a:avLst/>
            <a:gdLst>
              <a:gd name="connsiteX0" fmla="*/ 517856 w 5239512"/>
              <a:gd name="connsiteY0" fmla="*/ 480368 h 2383894"/>
              <a:gd name="connsiteX1" fmla="*/ 762078 w 5239512"/>
              <a:gd name="connsiteY1" fmla="*/ 608355 h 2383894"/>
              <a:gd name="connsiteX2" fmla="*/ 2619756 w 5239512"/>
              <a:gd name="connsiteY2" fmla="*/ 958602 h 2383894"/>
              <a:gd name="connsiteX3" fmla="*/ 4477435 w 5239512"/>
              <a:gd name="connsiteY3" fmla="*/ 608355 h 2383894"/>
              <a:gd name="connsiteX4" fmla="*/ 4721659 w 5239512"/>
              <a:gd name="connsiteY4" fmla="*/ 480368 h 2383894"/>
              <a:gd name="connsiteX5" fmla="*/ 5239512 w 5239512"/>
              <a:gd name="connsiteY5" fmla="*/ 1191947 h 2383894"/>
              <a:gd name="connsiteX6" fmla="*/ 2619756 w 5239512"/>
              <a:gd name="connsiteY6" fmla="*/ 2383894 h 2383894"/>
              <a:gd name="connsiteX7" fmla="*/ 0 w 5239512"/>
              <a:gd name="connsiteY7" fmla="*/ 1191947 h 2383894"/>
              <a:gd name="connsiteX8" fmla="*/ 517856 w 5239512"/>
              <a:gd name="connsiteY8" fmla="*/ 480368 h 2383894"/>
              <a:gd name="connsiteX9" fmla="*/ 2619756 w 5239512"/>
              <a:gd name="connsiteY9" fmla="*/ 0 h 2383894"/>
              <a:gd name="connsiteX10" fmla="*/ 4709482 w 5239512"/>
              <a:gd name="connsiteY10" fmla="*/ 472995 h 2383894"/>
              <a:gd name="connsiteX11" fmla="*/ 2619756 w 5239512"/>
              <a:gd name="connsiteY11" fmla="*/ 945990 h 2383894"/>
              <a:gd name="connsiteX12" fmla="*/ 530032 w 5239512"/>
              <a:gd name="connsiteY12" fmla="*/ 472995 h 2383894"/>
              <a:gd name="connsiteX13" fmla="*/ 2619756 w 5239512"/>
              <a:gd name="connsiteY13" fmla="*/ 0 h 2383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39512" h="2383894">
                <a:moveTo>
                  <a:pt x="517856" y="480368"/>
                </a:moveTo>
                <a:cubicBezTo>
                  <a:pt x="592778" y="525719"/>
                  <a:pt x="674445" y="568484"/>
                  <a:pt x="762078" y="608355"/>
                </a:cubicBezTo>
                <a:cubicBezTo>
                  <a:pt x="1238147" y="824959"/>
                  <a:pt x="1894949" y="958602"/>
                  <a:pt x="2619756" y="958602"/>
                </a:cubicBezTo>
                <a:cubicBezTo>
                  <a:pt x="3344564" y="958602"/>
                  <a:pt x="4001365" y="824959"/>
                  <a:pt x="4477435" y="608355"/>
                </a:cubicBezTo>
                <a:cubicBezTo>
                  <a:pt x="4565067" y="568484"/>
                  <a:pt x="4646734" y="525719"/>
                  <a:pt x="4721659" y="480368"/>
                </a:cubicBezTo>
                <a:cubicBezTo>
                  <a:pt x="5046963" y="678962"/>
                  <a:pt x="5239512" y="925222"/>
                  <a:pt x="5239512" y="1191947"/>
                </a:cubicBezTo>
                <a:cubicBezTo>
                  <a:pt x="5239512" y="1850242"/>
                  <a:pt x="4066606" y="2383894"/>
                  <a:pt x="2619756" y="2383894"/>
                </a:cubicBezTo>
                <a:cubicBezTo>
                  <a:pt x="1172906" y="2383894"/>
                  <a:pt x="0" y="1850242"/>
                  <a:pt x="0" y="1191947"/>
                </a:cubicBezTo>
                <a:cubicBezTo>
                  <a:pt x="0" y="925222"/>
                  <a:pt x="192550" y="678962"/>
                  <a:pt x="517856" y="480368"/>
                </a:cubicBezTo>
                <a:close/>
                <a:moveTo>
                  <a:pt x="2619756" y="0"/>
                </a:moveTo>
                <a:cubicBezTo>
                  <a:pt x="3473102" y="0"/>
                  <a:pt x="4231158" y="185637"/>
                  <a:pt x="4709482" y="472995"/>
                </a:cubicBezTo>
                <a:cubicBezTo>
                  <a:pt x="4231158" y="760355"/>
                  <a:pt x="3473102" y="945990"/>
                  <a:pt x="2619756" y="945990"/>
                </a:cubicBezTo>
                <a:cubicBezTo>
                  <a:pt x="1766410" y="945990"/>
                  <a:pt x="1008353" y="760355"/>
                  <a:pt x="530032" y="472995"/>
                </a:cubicBezTo>
                <a:cubicBezTo>
                  <a:pt x="1008353" y="185637"/>
                  <a:pt x="1766410" y="0"/>
                  <a:pt x="2619756" y="0"/>
                </a:cubicBezTo>
                <a:close/>
              </a:path>
            </a:pathLst>
          </a:custGeom>
          <a:blipFill dpi="0" rotWithShape="1">
            <a:blip r:embed="rId4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rgbClr val="361E14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0" name="Date Placeholder 6">
            <a:extLst>
              <a:ext uri="{FF2B5EF4-FFF2-40B4-BE49-F238E27FC236}">
                <a16:creationId xmlns:a16="http://schemas.microsoft.com/office/drawing/2014/main" id="{A74164D1-9B94-AEE9-7715-9BEB334DA8D9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634030" y="6453002"/>
            <a:ext cx="195177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Footer Placeholder 7">
            <a:extLst>
              <a:ext uri="{FF2B5EF4-FFF2-40B4-BE49-F238E27FC236}">
                <a16:creationId xmlns:a16="http://schemas.microsoft.com/office/drawing/2014/main" id="{05A82874-BA9D-5B82-C581-D711198AEF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160592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2" name="Slide Number Placeholder 8">
            <a:extLst>
              <a:ext uri="{FF2B5EF4-FFF2-40B4-BE49-F238E27FC236}">
                <a16:creationId xmlns:a16="http://schemas.microsoft.com/office/drawing/2014/main" id="{2094E0EA-795D-1429-1CBC-F45F3F3D303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916233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64068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095" y="634999"/>
            <a:ext cx="4699952" cy="2980051"/>
          </a:xfrm>
        </p:spPr>
        <p:txBody>
          <a:bodyPr lIns="0" tIns="0" rIns="0" bIns="0" anchor="b">
            <a:noAutofit/>
          </a:bodyPr>
          <a:lstStyle>
            <a:lvl1pPr>
              <a:defRPr sz="5000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Circles">
            <a:extLst>
              <a:ext uri="{FF2B5EF4-FFF2-40B4-BE49-F238E27FC236}">
                <a16:creationId xmlns:a16="http://schemas.microsoft.com/office/drawing/2014/main" id="{1D9B6B12-CCC2-0AB1-93EB-113A3AD00F6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294" y="786384"/>
            <a:ext cx="5266944" cy="5285232"/>
          </a:xfrm>
          <a:prstGeom prst="rect">
            <a:avLst/>
          </a:prstGeom>
        </p:spPr>
      </p:pic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DB8F8844-621E-B5B9-7B92-2A534E62DCA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48953" y="800222"/>
            <a:ext cx="5240759" cy="2377440"/>
          </a:xfrm>
          <a:custGeom>
            <a:avLst/>
            <a:gdLst>
              <a:gd name="connsiteX0" fmla="*/ 2620380 w 5240759"/>
              <a:gd name="connsiteY0" fmla="*/ 0 h 2377440"/>
              <a:gd name="connsiteX1" fmla="*/ 5240759 w 5240759"/>
              <a:gd name="connsiteY1" fmla="*/ 1188720 h 2377440"/>
              <a:gd name="connsiteX2" fmla="*/ 2620380 w 5240759"/>
              <a:gd name="connsiteY2" fmla="*/ 2377440 h 2377440"/>
              <a:gd name="connsiteX3" fmla="*/ 0 w 5240759"/>
              <a:gd name="connsiteY3" fmla="*/ 1188720 h 2377440"/>
              <a:gd name="connsiteX4" fmla="*/ 2620380 w 5240759"/>
              <a:gd name="connsiteY4" fmla="*/ 0 h 237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40759" h="2377440">
                <a:moveTo>
                  <a:pt x="2620380" y="0"/>
                </a:moveTo>
                <a:cubicBezTo>
                  <a:pt x="4067575" y="0"/>
                  <a:pt x="5240759" y="532208"/>
                  <a:pt x="5240759" y="1188720"/>
                </a:cubicBezTo>
                <a:cubicBezTo>
                  <a:pt x="5240759" y="1845232"/>
                  <a:pt x="4067575" y="2377440"/>
                  <a:pt x="2620380" y="2377440"/>
                </a:cubicBezTo>
                <a:cubicBezTo>
                  <a:pt x="1173184" y="2377440"/>
                  <a:pt x="0" y="1845232"/>
                  <a:pt x="0" y="1188720"/>
                </a:cubicBezTo>
                <a:cubicBezTo>
                  <a:pt x="0" y="532208"/>
                  <a:pt x="1173184" y="0"/>
                  <a:pt x="2620380" y="0"/>
                </a:cubicBezTo>
                <a:close/>
              </a:path>
            </a:pathLst>
          </a:custGeom>
          <a:blipFill dpi="0" rotWithShape="1">
            <a:blip r:embed="rId4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rgbClr val="361E14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3981766"/>
            <a:ext cx="4699952" cy="1875475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700">
                <a:solidFill>
                  <a:schemeClr val="tx2"/>
                </a:solidFill>
              </a:defRPr>
            </a:lvl1pPr>
            <a:lvl2pPr marL="228600" indent="0">
              <a:lnSpc>
                <a:spcPct val="93000"/>
              </a:lnSpc>
              <a:buNone/>
              <a:defRPr sz="1700">
                <a:solidFill>
                  <a:srgbClr val="361E14"/>
                </a:solidFill>
              </a:defRPr>
            </a:lvl2pPr>
            <a:lvl3pPr marL="457200" indent="0">
              <a:lnSpc>
                <a:spcPct val="93000"/>
              </a:lnSpc>
              <a:buNone/>
              <a:defRPr sz="1700">
                <a:solidFill>
                  <a:srgbClr val="361E14"/>
                </a:solidFill>
              </a:defRPr>
            </a:lvl3pPr>
            <a:lvl4pPr marL="685800" indent="0">
              <a:lnSpc>
                <a:spcPct val="93000"/>
              </a:lnSpc>
              <a:buNone/>
              <a:defRPr sz="1700">
                <a:solidFill>
                  <a:srgbClr val="361E14"/>
                </a:solidFill>
              </a:defRPr>
            </a:lvl4pPr>
            <a:lvl5pPr marL="914400" indent="0">
              <a:lnSpc>
                <a:spcPct val="93000"/>
              </a:lnSpc>
              <a:buNone/>
              <a:defRPr sz="1700">
                <a:solidFill>
                  <a:srgbClr val="361E1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84CAE01D-F1BE-14A8-F5EA-250F558ECF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750D2E2-3C30-204E-92E3-CED5F1CA4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73116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EA82C9C2-C11E-E038-D1EA-789F561A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8757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74335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3" y="4718304"/>
            <a:ext cx="6209072" cy="13533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 b="0" i="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634999"/>
            <a:ext cx="10923936" cy="4302760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8200" b="0" i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97231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2" y="4728526"/>
            <a:ext cx="7924796" cy="1489395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3200" b="0" i="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640079"/>
            <a:ext cx="10923936" cy="4083367"/>
          </a:xfrm>
        </p:spPr>
        <p:txBody>
          <a:bodyPr anchor="b">
            <a:normAutofit/>
          </a:bodyPr>
          <a:lstStyle>
            <a:lvl1pPr marL="0" indent="0" algn="ctr">
              <a:lnSpc>
                <a:spcPct val="80000"/>
              </a:lnSpc>
              <a:buNone/>
              <a:defRPr sz="18200" b="0" i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0646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0" y="1381758"/>
            <a:ext cx="4972050" cy="3840484"/>
          </a:xfrm>
        </p:spPr>
        <p:txBody>
          <a:bodyPr rIns="0" bIns="0" anchor="b">
            <a:norm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6614" y="1381759"/>
            <a:ext cx="5123506" cy="4342636"/>
          </a:xfrm>
        </p:spPr>
        <p:txBody>
          <a:bodyPr bIns="0" anchor="b">
            <a:noAutofit/>
          </a:bodyPr>
          <a:lstStyle>
            <a:lvl1pPr marL="0" indent="0" algn="l">
              <a:lnSpc>
                <a:spcPct val="80000"/>
              </a:lnSpc>
              <a:buNone/>
              <a:defRPr sz="20000" b="0" i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7574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b="0" i="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10874502" cy="5605272"/>
          </a:xfrm>
        </p:spPr>
        <p:txBody>
          <a:bodyPr bIns="0" anchor="b">
            <a:noAutofit/>
          </a:bodyPr>
          <a:lstStyle>
            <a:lvl1pPr marL="0" indent="0">
              <a:lnSpc>
                <a:spcPct val="85000"/>
              </a:lnSpc>
              <a:buNone/>
              <a:defRPr sz="8000" b="0" i="1" cap="all" spc="50" baseline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85000"/>
              </a:lnSpc>
              <a:buNone/>
              <a:defRPr sz="4800" b="0" i="0">
                <a:solidFill>
                  <a:srgbClr val="361E14"/>
                </a:solidFill>
                <a:latin typeface="Univers Light" panose="020B0403020202020204" pitchFamily="34" charset="0"/>
              </a:defRPr>
            </a:lvl2pPr>
            <a:lvl3pPr marL="457200" indent="0">
              <a:lnSpc>
                <a:spcPct val="85000"/>
              </a:lnSpc>
              <a:buNone/>
              <a:defRPr sz="4400" b="0" i="0">
                <a:solidFill>
                  <a:srgbClr val="361E14"/>
                </a:solidFill>
                <a:latin typeface="Univers Light" panose="020B0403020202020204" pitchFamily="34" charset="0"/>
              </a:defRPr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9906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748474"/>
            <a:ext cx="10002341" cy="3361052"/>
          </a:xfrm>
        </p:spPr>
        <p:txBody>
          <a:bodyPr anchor="ctr">
            <a:noAutofit/>
          </a:bodyPr>
          <a:lstStyle>
            <a:lvl1pPr marL="0" indent="0">
              <a:lnSpc>
                <a:spcPct val="85000"/>
              </a:lnSpc>
              <a:buNone/>
              <a:defRPr sz="8000" b="0" i="0">
                <a:solidFill>
                  <a:schemeClr val="tx2"/>
                </a:solidFill>
                <a:latin typeface="+mn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solidFill>
                  <a:srgbClr val="361E14"/>
                </a:solidFill>
                <a:latin typeface="Univers Light" panose="020B0403020202020204" pitchFamily="34" charset="0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solidFill>
                  <a:srgbClr val="361E14"/>
                </a:solidFill>
                <a:latin typeface="Univers Light" panose="020B0403020202020204" pitchFamily="34" charset="0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solidFill>
                  <a:srgbClr val="361E14"/>
                </a:solidFill>
                <a:latin typeface="Univers Light" panose="020B0403020202020204" pitchFamily="34" charset="0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solidFill>
                  <a:srgbClr val="361E14"/>
                </a:solidFill>
                <a:latin typeface="Univers Light" panose="020B0403020202020204" pitchFamily="34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4315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634998"/>
            <a:ext cx="8502777" cy="5588002"/>
          </a:xfr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buNone/>
              <a:defRPr sz="8000" b="0" i="0">
                <a:solidFill>
                  <a:schemeClr val="tx2"/>
                </a:solidFill>
                <a:latin typeface="+mn-lt"/>
              </a:defRPr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03637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7004" y="5431536"/>
            <a:ext cx="9037985" cy="466344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1700" b="0" i="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77004" y="1188720"/>
            <a:ext cx="9037985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5000"/>
              </a:lnSpc>
              <a:spcBef>
                <a:spcPts val="0"/>
              </a:spcBef>
              <a:buNone/>
              <a:defRPr sz="4400" b="0" i="1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71835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7004" y="5349240"/>
            <a:ext cx="9037985" cy="466344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1700" b="0" i="0" cap="none" baseline="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77004" y="1344168"/>
            <a:ext cx="9037985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5000"/>
              </a:lnSpc>
              <a:spcBef>
                <a:spcPts val="0"/>
              </a:spcBef>
              <a:buNone/>
              <a:defRPr sz="4400" b="0" i="1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9610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1700" b="0" i="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97280"/>
            <a:ext cx="9037986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5000"/>
              </a:lnSpc>
              <a:spcBef>
                <a:spcPts val="0"/>
              </a:spcBef>
              <a:buNone/>
              <a:defRPr sz="4400" b="0" i="1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5687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5475284"/>
            <a:ext cx="9700589" cy="747716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1700" b="0" i="0" cap="none" baseline="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001715"/>
            <a:ext cx="9980960" cy="4107811"/>
          </a:xfrm>
        </p:spPr>
        <p:txBody>
          <a:bodyPr lIns="0" tIns="0" rIns="0" bIns="0" anchor="ctr">
            <a:normAutofit/>
          </a:bodyPr>
          <a:lstStyle>
            <a:lvl1pPr marL="164592" indent="-164592">
              <a:lnSpc>
                <a:spcPct val="85000"/>
              </a:lnSpc>
              <a:spcBef>
                <a:spcPts val="0"/>
              </a:spcBef>
              <a:buNone/>
              <a:defRPr sz="4400" b="0" i="1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solidFill>
                  <a:schemeClr val="bg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bg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2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3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764" y="634998"/>
            <a:ext cx="10912199" cy="1122375"/>
          </a:xfrm>
        </p:spPr>
        <p:txBody>
          <a:bodyPr/>
          <a:lstStyle>
            <a:lvl1pPr>
              <a:lnSpc>
                <a:spcPct val="85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7" y="1978475"/>
            <a:ext cx="5266093" cy="4244525"/>
          </a:xfrm>
        </p:spPr>
        <p:txBody>
          <a:bodyPr>
            <a:normAutofit/>
          </a:bodyPr>
          <a:lstStyle>
            <a:lvl1pPr marL="0" indent="0">
              <a:buNone/>
              <a:defRPr sz="1700">
                <a:solidFill>
                  <a:schemeClr val="tx2"/>
                </a:solidFill>
              </a:defRPr>
            </a:lvl1pPr>
            <a:lvl2pPr>
              <a:defRPr>
                <a:solidFill>
                  <a:srgbClr val="361E14"/>
                </a:solidFill>
              </a:defRPr>
            </a:lvl2pPr>
            <a:lvl3pPr>
              <a:defRPr>
                <a:solidFill>
                  <a:srgbClr val="361E14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499" y="1978475"/>
            <a:ext cx="5271463" cy="4244525"/>
          </a:xfrm>
        </p:spPr>
        <p:txBody>
          <a:bodyPr>
            <a:normAutofit/>
          </a:bodyPr>
          <a:lstStyle>
            <a:lvl1pPr marL="0" indent="0">
              <a:buNone/>
              <a:defRPr sz="1700">
                <a:solidFill>
                  <a:schemeClr val="tx2"/>
                </a:solidFill>
              </a:defRPr>
            </a:lvl1pPr>
            <a:lvl2pPr>
              <a:defRPr>
                <a:solidFill>
                  <a:srgbClr val="361E14"/>
                </a:solidFill>
              </a:defRPr>
            </a:lvl2pPr>
            <a:lvl3pPr>
              <a:defRPr>
                <a:solidFill>
                  <a:srgbClr val="361E14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92649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634998"/>
            <a:ext cx="10923936" cy="1226193"/>
          </a:xfrm>
        </p:spPr>
        <p:txBody>
          <a:bodyPr/>
          <a:lstStyle>
            <a:lvl1pPr>
              <a:lnSpc>
                <a:spcPct val="85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8" y="1748474"/>
            <a:ext cx="5266087" cy="57721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none" baseline="0">
                <a:solidFill>
                  <a:schemeClr val="tx2"/>
                </a:solidFill>
                <a:latin typeface="Univers" panose="020B0503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748474"/>
            <a:ext cx="5271464" cy="57721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none" baseline="0">
                <a:solidFill>
                  <a:schemeClr val="tx2"/>
                </a:solidFill>
                <a:latin typeface="Univers" panose="020B0503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496190"/>
            <a:ext cx="5266088" cy="372681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700">
                <a:solidFill>
                  <a:schemeClr val="tx2"/>
                </a:solidFill>
              </a:defRPr>
            </a:lvl1pPr>
            <a:lvl2pPr marL="228600" indent="0">
              <a:lnSpc>
                <a:spcPct val="100000"/>
              </a:lnSpc>
              <a:buFont typeface="Arial" panose="020B0604020202020204" pitchFamily="34" charset="0"/>
              <a:buNone/>
              <a:defRPr sz="1700">
                <a:solidFill>
                  <a:srgbClr val="361E14"/>
                </a:solidFill>
              </a:defRPr>
            </a:lvl2pPr>
            <a:lvl3pPr marL="457200" indent="0">
              <a:lnSpc>
                <a:spcPct val="100000"/>
              </a:lnSpc>
              <a:buFont typeface="Arial" panose="020B0604020202020204" pitchFamily="34" charset="0"/>
              <a:buNone/>
              <a:defRPr sz="1700">
                <a:solidFill>
                  <a:srgbClr val="361E14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0" y="2496190"/>
            <a:ext cx="5271464" cy="372681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700">
                <a:solidFill>
                  <a:schemeClr val="tx2"/>
                </a:solidFill>
              </a:defRPr>
            </a:lvl1pPr>
            <a:lvl2pPr marL="228600" indent="0">
              <a:lnSpc>
                <a:spcPct val="100000"/>
              </a:lnSpc>
              <a:buFont typeface="Arial" panose="020B0604020202020204" pitchFamily="34" charset="0"/>
              <a:buNone/>
              <a:defRPr sz="1700">
                <a:solidFill>
                  <a:srgbClr val="361E14"/>
                </a:solidFill>
              </a:defRPr>
            </a:lvl2pPr>
            <a:lvl3pPr marL="457200" indent="0">
              <a:lnSpc>
                <a:spcPct val="100000"/>
              </a:lnSpc>
              <a:buFont typeface="Arial" panose="020B0604020202020204" pitchFamily="34" charset="0"/>
              <a:buNone/>
              <a:defRPr sz="1700">
                <a:solidFill>
                  <a:srgbClr val="361E14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42326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bIns="0"/>
          <a:lstStyle>
            <a:lvl1pPr>
              <a:lnSpc>
                <a:spcPct val="85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96089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361E1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61E1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361E14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74830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634999"/>
            <a:ext cx="3754912" cy="1630234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8" y="2495234"/>
            <a:ext cx="3754912" cy="3727766"/>
          </a:xfrm>
        </p:spPr>
        <p:txBody>
          <a:bodyPr anchor="t">
            <a:normAutofit/>
          </a:bodyPr>
          <a:lstStyle>
            <a:lvl1pPr marL="0" indent="0">
              <a:buNone/>
              <a:defRPr sz="17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523" y="634999"/>
            <a:ext cx="6578441" cy="5588001"/>
          </a:xfrm>
        </p:spPr>
        <p:txBody>
          <a:bodyPr>
            <a:normAutofit/>
          </a:bodyPr>
          <a:lstStyle>
            <a:lvl1pPr marL="0" indent="0">
              <a:buNone/>
              <a:defRPr sz="1700">
                <a:solidFill>
                  <a:schemeClr val="tx2"/>
                </a:solidFill>
              </a:defRPr>
            </a:lvl1pPr>
            <a:lvl2pPr>
              <a:defRPr sz="1700">
                <a:solidFill>
                  <a:srgbClr val="361E14"/>
                </a:solidFill>
              </a:defRPr>
            </a:lvl2pPr>
            <a:lvl3pPr>
              <a:defRPr sz="1700">
                <a:solidFill>
                  <a:srgbClr val="361E14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618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7" y="634999"/>
            <a:ext cx="3771901" cy="2135098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6" y="2877190"/>
            <a:ext cx="3771901" cy="3345810"/>
          </a:xfrm>
        </p:spPr>
        <p:txBody>
          <a:bodyPr anchor="b">
            <a:normAutofit/>
          </a:bodyPr>
          <a:lstStyle>
            <a:lvl1pPr marL="0" indent="0">
              <a:buNone/>
              <a:defRPr sz="17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5776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>
                <a:solidFill>
                  <a:srgbClr val="361E14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22665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748475"/>
            <a:ext cx="7557778" cy="1128715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4" y="3472951"/>
            <a:ext cx="10945189" cy="275004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rgbClr val="361E14"/>
                </a:solidFill>
              </a:defRPr>
            </a:lvl2pPr>
            <a:lvl3pPr marL="457200" indent="0">
              <a:buNone/>
              <a:defRPr>
                <a:solidFill>
                  <a:srgbClr val="361E14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1829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7" y="1627318"/>
            <a:ext cx="8481401" cy="184202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156" y="3622674"/>
            <a:ext cx="8481272" cy="1279615"/>
          </a:xfrm>
        </p:spPr>
        <p:txBody>
          <a:bodyPr>
            <a:noAutofit/>
          </a:bodyPr>
          <a:lstStyle>
            <a:lvl1pPr marL="0" indent="0">
              <a:buNone/>
              <a:defRPr sz="1700">
                <a:solidFill>
                  <a:schemeClr val="tx2"/>
                </a:solidFill>
              </a:defRPr>
            </a:lvl1pPr>
            <a:lvl2pPr marL="228600" indent="0">
              <a:buNone/>
              <a:defRPr sz="2000">
                <a:solidFill>
                  <a:srgbClr val="361E14"/>
                </a:solidFill>
              </a:defRPr>
            </a:lvl2pPr>
            <a:lvl3pPr marL="457200" indent="0">
              <a:buNone/>
              <a:defRPr sz="1800">
                <a:solidFill>
                  <a:srgbClr val="361E14"/>
                </a:solidFill>
              </a:defRPr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893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8"/>
            <a:ext cx="10923934" cy="11134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9" y="1748474"/>
            <a:ext cx="10923935" cy="447452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4028" y="6453002"/>
            <a:ext cx="37719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2454" y="6453002"/>
            <a:ext cx="282892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5" y="6453002"/>
            <a:ext cx="5565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tx2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701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1" r:id="rId1"/>
    <p:sldLayoutId id="2147484102" r:id="rId2"/>
    <p:sldLayoutId id="2147484104" r:id="rId3"/>
    <p:sldLayoutId id="2147484105" r:id="rId4"/>
    <p:sldLayoutId id="2147484106" r:id="rId5"/>
    <p:sldLayoutId id="2147484107" r:id="rId6"/>
    <p:sldLayoutId id="2147484108" r:id="rId7"/>
    <p:sldLayoutId id="2147484109" r:id="rId8"/>
    <p:sldLayoutId id="2147484110" r:id="rId9"/>
    <p:sldLayoutId id="2147484111" r:id="rId10"/>
    <p:sldLayoutId id="2147484112" r:id="rId11"/>
    <p:sldLayoutId id="2147484113" r:id="rId12"/>
    <p:sldLayoutId id="2147484114" r:id="rId13"/>
    <p:sldLayoutId id="2147484116" r:id="rId14"/>
    <p:sldLayoutId id="2147484117" r:id="rId15"/>
    <p:sldLayoutId id="2147484118" r:id="rId16"/>
    <p:sldLayoutId id="2147484119" r:id="rId17"/>
    <p:sldLayoutId id="2147484103" r:id="rId18"/>
    <p:sldLayoutId id="2147484120" r:id="rId19"/>
    <p:sldLayoutId id="2147484121" r:id="rId20"/>
    <p:sldLayoutId id="2147484122" r:id="rId21"/>
    <p:sldLayoutId id="2147484123" r:id="rId22"/>
    <p:sldLayoutId id="2147484124" r:id="rId23"/>
    <p:sldLayoutId id="2147484125" r:id="rId24"/>
    <p:sldLayoutId id="2147484126" r:id="rId25"/>
    <p:sldLayoutId id="2147484127" r:id="rId26"/>
    <p:sldLayoutId id="2147484128" r:id="rId27"/>
    <p:sldLayoutId id="2147484129" r:id="rId28"/>
    <p:sldLayoutId id="2147484130" r:id="rId29"/>
    <p:sldLayoutId id="2147484131" r:id="rId30"/>
    <p:sldLayoutId id="2147484133" r:id="rId31"/>
    <p:sldLayoutId id="2147484134" r:id="rId32"/>
    <p:sldLayoutId id="2147484135" r:id="rId33"/>
    <p:sldLayoutId id="2147484136" r:id="rId34"/>
    <p:sldLayoutId id="2147484137" r:id="rId35"/>
    <p:sldLayoutId id="2147484132" r:id="rId36"/>
    <p:sldLayoutId id="2147484115" r:id="rId37"/>
    <p:sldLayoutId id="2147484138" r:id="rId38"/>
    <p:sldLayoutId id="2147484139" r:id="rId39"/>
    <p:sldLayoutId id="2147484140" r:id="rId40"/>
    <p:sldLayoutId id="2147484141" r:id="rId41"/>
    <p:sldLayoutId id="2147484142" r:id="rId42"/>
    <p:sldLayoutId id="2147484143" r:id="rId43"/>
    <p:sldLayoutId id="2147484144" r:id="rId44"/>
    <p:sldLayoutId id="2147484145" r:id="rId45"/>
    <p:sldLayoutId id="2147484146" r:id="rId46"/>
    <p:sldLayoutId id="2147484147" r:id="rId47"/>
    <p:sldLayoutId id="2147484148" r:id="rId48"/>
    <p:sldLayoutId id="2147484149" r:id="rId49"/>
    <p:sldLayoutId id="2147484150" r:id="rId50"/>
    <p:sldLayoutId id="2147484151" r:id="rId51"/>
    <p:sldLayoutId id="2147484152" r:id="rId52"/>
    <p:sldLayoutId id="2147484153" r:id="rId53"/>
    <p:sldLayoutId id="2147484154" r:id="rId54"/>
    <p:sldLayoutId id="2147484155" r:id="rId55"/>
    <p:sldLayoutId id="2147484156" r:id="rId56"/>
    <p:sldLayoutId id="2147484157" r:id="rId57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000" b="0" i="1" kern="1200" cap="all" spc="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b="0" i="0" kern="1200" cap="none" baseline="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 cap="none" baseline="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b="0" i="0" kern="1200" cap="none" baseline="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Univers Light" panose="020B0403020202020204" pitchFamily="34" charset="0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Univers Light" panose="020B0403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634999"/>
            <a:ext cx="7756529" cy="3726811"/>
          </a:xfrm>
        </p:spPr>
        <p:txBody>
          <a:bodyPr/>
          <a:lstStyle/>
          <a:p>
            <a:r>
              <a:rPr lang="en-US" dirty="0"/>
              <a:t>L'amniocentesi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5109525"/>
            <a:ext cx="5276855" cy="747715"/>
          </a:xfrm>
        </p:spPr>
        <p:txBody>
          <a:bodyPr/>
          <a:lstStyle/>
          <a:p>
            <a:r>
              <a:rPr lang="en-US" dirty="0"/>
              <a:t>Davide Lamberti 3C</a:t>
            </a:r>
          </a:p>
        </p:txBody>
      </p:sp>
      <p:pic>
        <p:nvPicPr>
          <p:cNvPr id="8" name="Picture Placeholder 7" descr="Immagine che contiene disegno, Arte bambini, cartone animato, clipart&#10;&#10;Il contenuto generato dall&amp;#39;IA potrebbe non essere corretto.">
            <a:extLst>
              <a:ext uri="{FF2B5EF4-FFF2-40B4-BE49-F238E27FC236}">
                <a16:creationId xmlns:a16="http://schemas.microsoft.com/office/drawing/2014/main" id="{F68F57E8-D3A1-5EEE-0FA1-CDBE06E801B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205" r="3205"/>
          <a:stretch/>
        </p:blipFill>
        <p:spPr>
          <a:xfrm>
            <a:off x="6304546" y="3682177"/>
            <a:ext cx="5240759" cy="2379862"/>
          </a:xfrm>
        </p:spPr>
      </p:pic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0D9FB-B08B-6550-BEBF-B4307419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595" y="634999"/>
            <a:ext cx="5075580" cy="1868241"/>
          </a:xfrm>
        </p:spPr>
        <p:txBody>
          <a:bodyPr/>
          <a:lstStyle/>
          <a:p>
            <a:r>
              <a:rPr lang="en-US" dirty="0" err="1"/>
              <a:t>Cos'è</a:t>
            </a:r>
            <a:r>
              <a:rPr lang="en-US" dirty="0"/>
              <a:t>?</a:t>
            </a:r>
          </a:p>
        </p:txBody>
      </p:sp>
      <p:pic>
        <p:nvPicPr>
          <p:cNvPr id="13" name="Picture Placeholder 12" descr="Immagine che contiene persona&#10;&#10;Il contenuto generato dall&amp;#39;IA potrebbe non essere corretto.">
            <a:extLst>
              <a:ext uri="{FF2B5EF4-FFF2-40B4-BE49-F238E27FC236}">
                <a16:creationId xmlns:a16="http://schemas.microsoft.com/office/drawing/2014/main" id="{A09C872C-F675-2C58-50BE-2A691E07B0B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r="25000"/>
          <a:stretch>
            <a:fillRect/>
          </a:stretch>
        </p:blipFill>
        <p:spPr>
          <a:xfrm>
            <a:off x="-3017520" y="0"/>
            <a:ext cx="9001063" cy="6858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C7904-BA22-561E-1DE0-8E716FCEA6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93595" y="2875340"/>
            <a:ext cx="5075580" cy="334766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 err="1"/>
              <a:t>L'amniocentesi</a:t>
            </a:r>
            <a:r>
              <a:rPr lang="en-US" dirty="0"/>
              <a:t> è un </a:t>
            </a:r>
            <a:r>
              <a:rPr lang="en-US" dirty="0" err="1"/>
              <a:t>esame</a:t>
            </a:r>
            <a:r>
              <a:rPr lang="en-US" dirty="0"/>
              <a:t> di </a:t>
            </a:r>
            <a:r>
              <a:rPr lang="en-US" dirty="0" err="1"/>
              <a:t>diagnosi</a:t>
            </a:r>
            <a:r>
              <a:rPr lang="en-US" dirty="0"/>
              <a:t> </a:t>
            </a:r>
            <a:r>
              <a:rPr lang="en-US" dirty="0" err="1"/>
              <a:t>prenatale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serve a </a:t>
            </a:r>
            <a:r>
              <a:rPr lang="en-US" dirty="0" err="1"/>
              <a:t>controllare</a:t>
            </a:r>
            <a:r>
              <a:rPr lang="en-US" dirty="0"/>
              <a:t> lo </a:t>
            </a:r>
            <a:r>
              <a:rPr lang="en-US" dirty="0" err="1"/>
              <a:t>stato</a:t>
            </a:r>
            <a:r>
              <a:rPr lang="en-US" dirty="0"/>
              <a:t> di salute del bambino </a:t>
            </a:r>
            <a:r>
              <a:rPr lang="en-US" dirty="0" err="1"/>
              <a:t>durante</a:t>
            </a:r>
            <a:r>
              <a:rPr lang="en-US" dirty="0"/>
              <a:t> la </a:t>
            </a:r>
            <a:r>
              <a:rPr lang="en-US" dirty="0" err="1"/>
              <a:t>gravidanza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51770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96B45-59A7-C589-9ECA-BA4BE7D7D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2310943"/>
            <a:ext cx="4719431" cy="2236454"/>
          </a:xfrm>
        </p:spPr>
        <p:txBody>
          <a:bodyPr/>
          <a:lstStyle/>
          <a:p>
            <a:r>
              <a:rPr lang="en-US" dirty="0"/>
              <a:t>Come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esegue</a:t>
            </a:r>
            <a:r>
              <a:rPr lang="en-US" dirty="0"/>
              <a:t>?</a:t>
            </a:r>
            <a:endParaRPr lang="it-IT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FE3E85-F977-4917-D2F3-E64C503441F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3459" y="1711961"/>
            <a:ext cx="4948249" cy="2850554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z="2200" dirty="0">
                <a:ea typeface="+mn-lt"/>
                <a:cs typeface="+mn-lt"/>
              </a:rPr>
              <a:t>Il medico, </a:t>
            </a:r>
            <a:r>
              <a:rPr lang="en-US" sz="2200" err="1">
                <a:ea typeface="+mn-lt"/>
                <a:cs typeface="+mn-lt"/>
              </a:rPr>
              <a:t>aiutandosi</a:t>
            </a:r>
            <a:r>
              <a:rPr lang="en-US" sz="2200" dirty="0">
                <a:ea typeface="+mn-lt"/>
                <a:cs typeface="+mn-lt"/>
              </a:rPr>
              <a:t> con </a:t>
            </a:r>
            <a:r>
              <a:rPr lang="en-US" sz="2200" err="1">
                <a:ea typeface="+mn-lt"/>
                <a:cs typeface="+mn-lt"/>
              </a:rPr>
              <a:t>l’ecografia</a:t>
            </a:r>
            <a:r>
              <a:rPr lang="en-US" sz="2200" dirty="0">
                <a:ea typeface="+mn-lt"/>
                <a:cs typeface="+mn-lt"/>
              </a:rPr>
              <a:t>, </a:t>
            </a:r>
            <a:r>
              <a:rPr lang="en-US" sz="2200" err="1">
                <a:ea typeface="+mn-lt"/>
                <a:cs typeface="+mn-lt"/>
              </a:rPr>
              <a:t>inserisce</a:t>
            </a:r>
            <a:r>
              <a:rPr lang="en-US" sz="2200" dirty="0">
                <a:ea typeface="+mn-lt"/>
                <a:cs typeface="+mn-lt"/>
              </a:rPr>
              <a:t> un ago </a:t>
            </a:r>
            <a:r>
              <a:rPr lang="en-US" sz="2200" err="1">
                <a:ea typeface="+mn-lt"/>
                <a:cs typeface="+mn-lt"/>
              </a:rPr>
              <a:t>attraverso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l’addome</a:t>
            </a:r>
            <a:r>
              <a:rPr lang="en-US" sz="2200" dirty="0">
                <a:ea typeface="+mn-lt"/>
                <a:cs typeface="+mn-lt"/>
              </a:rPr>
              <a:t> della madre e </a:t>
            </a:r>
            <a:r>
              <a:rPr lang="en-US" sz="2200" err="1">
                <a:ea typeface="+mn-lt"/>
                <a:cs typeface="+mn-lt"/>
              </a:rPr>
              <a:t>preleva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una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piccola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quantità</a:t>
            </a:r>
            <a:r>
              <a:rPr lang="en-US" sz="2200" dirty="0">
                <a:ea typeface="+mn-lt"/>
                <a:cs typeface="+mn-lt"/>
              </a:rPr>
              <a:t> di </a:t>
            </a:r>
            <a:r>
              <a:rPr lang="en-US" sz="2200" err="1">
                <a:ea typeface="+mn-lt"/>
                <a:cs typeface="+mn-lt"/>
              </a:rPr>
              <a:t>liquido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amniotico</a:t>
            </a:r>
            <a:r>
              <a:rPr lang="en-US" sz="2200" dirty="0">
                <a:ea typeface="+mn-lt"/>
                <a:cs typeface="+mn-lt"/>
              </a:rPr>
              <a:t>. </a:t>
            </a:r>
            <a:r>
              <a:rPr lang="en-US" sz="2200" err="1">
                <a:ea typeface="+mn-lt"/>
                <a:cs typeface="+mn-lt"/>
              </a:rPr>
              <a:t>L’esame</a:t>
            </a:r>
            <a:r>
              <a:rPr lang="en-US" sz="2200" dirty="0">
                <a:ea typeface="+mn-lt"/>
                <a:cs typeface="+mn-lt"/>
              </a:rPr>
              <a:t> dura </a:t>
            </a:r>
            <a:r>
              <a:rPr lang="en-US" sz="2200" err="1">
                <a:ea typeface="+mn-lt"/>
                <a:cs typeface="+mn-lt"/>
              </a:rPr>
              <a:t>pochi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minuti</a:t>
            </a:r>
            <a:r>
              <a:rPr lang="en-US" sz="2200" dirty="0">
                <a:ea typeface="+mn-lt"/>
                <a:cs typeface="+mn-lt"/>
              </a:rPr>
              <a:t> e in </a:t>
            </a:r>
            <a:r>
              <a:rPr lang="en-US" sz="2200" err="1">
                <a:ea typeface="+mn-lt"/>
                <a:cs typeface="+mn-lt"/>
              </a:rPr>
              <a:t>genere</a:t>
            </a:r>
            <a:r>
              <a:rPr lang="en-US" sz="2200" dirty="0">
                <a:ea typeface="+mn-lt"/>
                <a:cs typeface="+mn-lt"/>
              </a:rPr>
              <a:t> non </a:t>
            </a:r>
            <a:r>
              <a:rPr lang="en-US" sz="2200" err="1">
                <a:ea typeface="+mn-lt"/>
                <a:cs typeface="+mn-lt"/>
              </a:rPr>
              <a:t>richiede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anestesia</a:t>
            </a:r>
            <a:r>
              <a:rPr lang="en-US" sz="2200" dirty="0">
                <a:ea typeface="+mn-lt"/>
                <a:cs typeface="+mn-lt"/>
              </a:rPr>
              <a:t>, </a:t>
            </a:r>
            <a:r>
              <a:rPr lang="en-US" sz="2200" err="1">
                <a:ea typeface="+mn-lt"/>
                <a:cs typeface="+mn-lt"/>
              </a:rPr>
              <a:t>anche</a:t>
            </a:r>
            <a:r>
              <a:rPr lang="en-US" sz="2200" dirty="0">
                <a:ea typeface="+mn-lt"/>
                <a:cs typeface="+mn-lt"/>
              </a:rPr>
              <a:t> se </a:t>
            </a:r>
            <a:r>
              <a:rPr lang="en-US" sz="2200" err="1">
                <a:ea typeface="+mn-lt"/>
                <a:cs typeface="+mn-lt"/>
              </a:rPr>
              <a:t>può</a:t>
            </a:r>
            <a:r>
              <a:rPr lang="en-US" sz="2200" dirty="0">
                <a:ea typeface="+mn-lt"/>
                <a:cs typeface="+mn-lt"/>
              </a:rPr>
              <a:t> dare un leggero </a:t>
            </a:r>
            <a:r>
              <a:rPr lang="en-US" sz="2200" err="1">
                <a:ea typeface="+mn-lt"/>
                <a:cs typeface="+mn-lt"/>
              </a:rPr>
              <a:t>fastidio</a:t>
            </a:r>
            <a:r>
              <a:rPr lang="en-US" sz="2200" dirty="0">
                <a:ea typeface="+mn-lt"/>
                <a:cs typeface="+mn-lt"/>
              </a:rPr>
              <a:t>.</a:t>
            </a:r>
            <a:endParaRPr lang="it-IT" sz="2200">
              <a:ea typeface="+mn-lt"/>
              <a:cs typeface="+mn-lt"/>
            </a:endParaRPr>
          </a:p>
        </p:txBody>
      </p:sp>
      <p:pic>
        <p:nvPicPr>
          <p:cNvPr id="3" name="Immagine 2" descr="Amniocentesi: rischi, benefici. Quando farla? - Uppa">
            <a:extLst>
              <a:ext uri="{FF2B5EF4-FFF2-40B4-BE49-F238E27FC236}">
                <a16:creationId xmlns:a16="http://schemas.microsoft.com/office/drawing/2014/main" id="{A8817D78-9441-3DC6-F755-17582CD6E7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993" r="-84" b="12818"/>
          <a:stretch>
            <a:fillRect/>
          </a:stretch>
        </p:blipFill>
        <p:spPr>
          <a:xfrm>
            <a:off x="0" y="4552215"/>
            <a:ext cx="12192019" cy="23093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62912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5782E-E94C-F7FF-5DDC-7C1DFF85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4713895" cy="1861191"/>
          </a:xfrm>
        </p:spPr>
        <p:txBody>
          <a:bodyPr/>
          <a:lstStyle/>
          <a:p>
            <a:r>
              <a:rPr lang="en-US" dirty="0"/>
              <a:t>Le </a:t>
            </a:r>
            <a:r>
              <a:rPr lang="en-US" dirty="0" err="1"/>
              <a:t>analisi</a:t>
            </a:r>
            <a:endParaRPr lang="it-IT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15141-87C9-23DF-ECBC-B828494C9F1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156" y="2877191"/>
            <a:ext cx="4713895" cy="298005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sz="1800" dirty="0">
                <a:ea typeface="+mn-lt"/>
                <a:cs typeface="+mn-lt"/>
              </a:rPr>
              <a:t>Il </a:t>
            </a:r>
            <a:r>
              <a:rPr lang="en-US" sz="1800" err="1">
                <a:ea typeface="+mn-lt"/>
                <a:cs typeface="+mn-lt"/>
              </a:rPr>
              <a:t>liquido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amniotico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contiene</a:t>
            </a:r>
            <a:r>
              <a:rPr lang="en-US" sz="1800" dirty="0">
                <a:ea typeface="+mn-lt"/>
                <a:cs typeface="+mn-lt"/>
              </a:rPr>
              <a:t> cellule del </a:t>
            </a:r>
            <a:r>
              <a:rPr lang="en-US" sz="1800" err="1">
                <a:ea typeface="+mn-lt"/>
                <a:cs typeface="+mn-lt"/>
              </a:rPr>
              <a:t>feto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che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vengono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analizzate</a:t>
            </a:r>
            <a:r>
              <a:rPr lang="en-US" sz="1800" dirty="0">
                <a:ea typeface="+mn-lt"/>
                <a:cs typeface="+mn-lt"/>
              </a:rPr>
              <a:t> in </a:t>
            </a:r>
            <a:r>
              <a:rPr lang="en-US" sz="1800" err="1">
                <a:ea typeface="+mn-lt"/>
                <a:cs typeface="+mn-lt"/>
              </a:rPr>
              <a:t>laboratorio</a:t>
            </a:r>
            <a:r>
              <a:rPr lang="en-US" sz="1800" dirty="0">
                <a:ea typeface="+mn-lt"/>
                <a:cs typeface="+mn-lt"/>
              </a:rPr>
              <a:t>. Grazie a </a:t>
            </a:r>
            <a:r>
              <a:rPr lang="en-US" sz="1800" err="1">
                <a:ea typeface="+mn-lt"/>
                <a:cs typeface="+mn-lt"/>
              </a:rPr>
              <a:t>questa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analisi</a:t>
            </a:r>
            <a:r>
              <a:rPr lang="en-US" sz="1800" dirty="0">
                <a:ea typeface="+mn-lt"/>
                <a:cs typeface="+mn-lt"/>
              </a:rPr>
              <a:t> è </a:t>
            </a:r>
            <a:r>
              <a:rPr lang="en-US" sz="1800" err="1">
                <a:ea typeface="+mn-lt"/>
                <a:cs typeface="+mn-lt"/>
              </a:rPr>
              <a:t>possibile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individuare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anomalie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cromosomiche</a:t>
            </a:r>
            <a:r>
              <a:rPr lang="en-US" sz="1800" dirty="0">
                <a:ea typeface="+mn-lt"/>
                <a:cs typeface="+mn-lt"/>
              </a:rPr>
              <a:t>, come la </a:t>
            </a:r>
            <a:r>
              <a:rPr lang="en-US" sz="1800" err="1">
                <a:ea typeface="+mn-lt"/>
                <a:cs typeface="+mn-lt"/>
              </a:rPr>
              <a:t>sindrome</a:t>
            </a:r>
            <a:r>
              <a:rPr lang="en-US" sz="1800" dirty="0">
                <a:ea typeface="+mn-lt"/>
                <a:cs typeface="+mn-lt"/>
              </a:rPr>
              <a:t> di Down. Si </a:t>
            </a:r>
            <a:r>
              <a:rPr lang="en-US" sz="1800" err="1">
                <a:ea typeface="+mn-lt"/>
                <a:cs typeface="+mn-lt"/>
              </a:rPr>
              <a:t>possono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anche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scoprire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possibili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malformazioni</a:t>
            </a:r>
            <a:r>
              <a:rPr lang="en-US" sz="1800" dirty="0">
                <a:ea typeface="+mn-lt"/>
                <a:cs typeface="+mn-lt"/>
              </a:rPr>
              <a:t> e </a:t>
            </a:r>
            <a:r>
              <a:rPr lang="en-US" sz="1800" err="1">
                <a:ea typeface="+mn-lt"/>
                <a:cs typeface="+mn-lt"/>
              </a:rPr>
              <a:t>determinare</a:t>
            </a:r>
            <a:r>
              <a:rPr lang="en-US" sz="1800" dirty="0">
                <a:ea typeface="+mn-lt"/>
                <a:cs typeface="+mn-lt"/>
              </a:rPr>
              <a:t> il </a:t>
            </a:r>
            <a:r>
              <a:rPr lang="en-US" sz="1800" err="1">
                <a:ea typeface="+mn-lt"/>
                <a:cs typeface="+mn-lt"/>
              </a:rPr>
              <a:t>sesso</a:t>
            </a:r>
            <a:r>
              <a:rPr lang="en-US" sz="1800" dirty="0">
                <a:ea typeface="+mn-lt"/>
                <a:cs typeface="+mn-lt"/>
              </a:rPr>
              <a:t> del bambino</a:t>
            </a:r>
            <a:endParaRPr lang="it-IT" sz="1800">
              <a:ea typeface="+mn-lt"/>
              <a:cs typeface="+mn-lt"/>
            </a:endParaRPr>
          </a:p>
        </p:txBody>
      </p:sp>
      <p:pic>
        <p:nvPicPr>
          <p:cNvPr id="7" name="Picture Placeholder 6" descr="Immagine che contiene Cosmetici, stoviglie, rosa, interno&#10;&#10;Il contenuto generato dall&amp;#39;IA potrebbe non essere corretto.">
            <a:extLst>
              <a:ext uri="{FF2B5EF4-FFF2-40B4-BE49-F238E27FC236}">
                <a16:creationId xmlns:a16="http://schemas.microsoft.com/office/drawing/2014/main" id="{EEEE750B-CFC8-145D-FB3B-FBEF8689E26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5876" b="15876"/>
          <a:stretch/>
        </p:blipFill>
        <p:spPr>
          <a:xfrm>
            <a:off x="6304736" y="2241116"/>
            <a:ext cx="5239512" cy="2383894"/>
          </a:xfrm>
        </p:spPr>
      </p:pic>
    </p:spTree>
    <p:extLst>
      <p:ext uri="{BB962C8B-B14F-4D97-AF65-F5344CB8AC3E}">
        <p14:creationId xmlns:p14="http://schemas.microsoft.com/office/powerpoint/2010/main" val="5990296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C32F8-E21D-68DC-2A6B-6A44F0117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34999"/>
            <a:ext cx="4953762" cy="1494476"/>
          </a:xfrm>
        </p:spPr>
        <p:txBody>
          <a:bodyPr/>
          <a:lstStyle/>
          <a:p>
            <a:r>
              <a:rPr lang="en-US" dirty="0"/>
              <a:t>I</a:t>
            </a:r>
            <a:br>
              <a:rPr lang="en-US" dirty="0"/>
            </a:br>
            <a:r>
              <a:rPr lang="en-US" dirty="0"/>
              <a:t>Rischi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5B5EE-EC32-8941-B9F3-74604A2980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634999"/>
            <a:ext cx="5461964" cy="5588001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sz="2400" dirty="0" err="1">
                <a:ea typeface="+mn-lt"/>
                <a:cs typeface="+mn-lt"/>
              </a:rPr>
              <a:t>L’amniocentesi</a:t>
            </a:r>
            <a:r>
              <a:rPr lang="en-US" sz="2400" dirty="0">
                <a:ea typeface="+mn-lt"/>
                <a:cs typeface="+mn-lt"/>
              </a:rPr>
              <a:t> è un </a:t>
            </a:r>
            <a:r>
              <a:rPr lang="en-US" sz="2400" dirty="0" err="1">
                <a:ea typeface="+mn-lt"/>
                <a:cs typeface="+mn-lt"/>
              </a:rPr>
              <a:t>esame</a:t>
            </a:r>
            <a:r>
              <a:rPr lang="en-US" sz="2400" dirty="0">
                <a:ea typeface="+mn-lt"/>
                <a:cs typeface="+mn-lt"/>
              </a:rPr>
              <a:t> molto utile, ma </a:t>
            </a:r>
            <a:r>
              <a:rPr lang="en-US" sz="2400" dirty="0" err="1">
                <a:ea typeface="+mn-lt"/>
                <a:cs typeface="+mn-lt"/>
              </a:rPr>
              <a:t>comporta</a:t>
            </a:r>
            <a:r>
              <a:rPr lang="en-US" sz="2400" dirty="0">
                <a:ea typeface="+mn-lt"/>
                <a:cs typeface="+mn-lt"/>
              </a:rPr>
              <a:t> un piccolo </a:t>
            </a:r>
            <a:r>
              <a:rPr lang="en-US" sz="2400" dirty="0" err="1">
                <a:ea typeface="+mn-lt"/>
                <a:cs typeface="+mn-lt"/>
              </a:rPr>
              <a:t>rischio</a:t>
            </a:r>
            <a:r>
              <a:rPr lang="en-US" sz="2400" dirty="0">
                <a:ea typeface="+mn-lt"/>
                <a:cs typeface="+mn-lt"/>
              </a:rPr>
              <a:t> di </a:t>
            </a:r>
            <a:r>
              <a:rPr lang="en-US" sz="2400" dirty="0" err="1">
                <a:ea typeface="+mn-lt"/>
                <a:cs typeface="+mn-lt"/>
              </a:rPr>
              <a:t>complicazioni</a:t>
            </a:r>
            <a:r>
              <a:rPr lang="en-US" sz="2400" dirty="0">
                <a:ea typeface="+mn-lt"/>
                <a:cs typeface="+mn-lt"/>
              </a:rPr>
              <a:t>, per </a:t>
            </a:r>
            <a:r>
              <a:rPr lang="en-US" sz="2400" dirty="0" err="1">
                <a:ea typeface="+mn-lt"/>
                <a:cs typeface="+mn-lt"/>
              </a:rPr>
              <a:t>questo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viene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consigliata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soprattutto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quando</a:t>
            </a:r>
            <a:r>
              <a:rPr lang="en-US" sz="2400" dirty="0">
                <a:ea typeface="+mn-lt"/>
                <a:cs typeface="+mn-lt"/>
              </a:rPr>
              <a:t> ci </a:t>
            </a:r>
            <a:r>
              <a:rPr lang="en-US" sz="2400" dirty="0" err="1">
                <a:ea typeface="+mn-lt"/>
                <a:cs typeface="+mn-lt"/>
              </a:rPr>
              <a:t>sono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risultati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sospetti</a:t>
            </a:r>
            <a:r>
              <a:rPr lang="en-US" sz="2400" dirty="0">
                <a:ea typeface="+mn-lt"/>
                <a:cs typeface="+mn-lt"/>
              </a:rPr>
              <a:t> in </a:t>
            </a:r>
            <a:r>
              <a:rPr lang="en-US" sz="2400" dirty="0" err="1">
                <a:ea typeface="+mn-lt"/>
                <a:cs typeface="+mn-lt"/>
              </a:rPr>
              <a:t>altri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esami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it-IT" sz="2400" dirty="0"/>
          </a:p>
        </p:txBody>
      </p:sp>
      <p:pic>
        <p:nvPicPr>
          <p:cNvPr id="6" name="Segnaposto immagine 5" descr="Dalla cultura della colpa alla Just Culture: costruire sicurezza nei  contesti">
            <a:extLst>
              <a:ext uri="{FF2B5EF4-FFF2-40B4-BE49-F238E27FC236}">
                <a16:creationId xmlns:a16="http://schemas.microsoft.com/office/drawing/2014/main" id="{E30F0528-5C90-5C96-E9B4-B19A61AD320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5996" r="5996"/>
          <a:stretch/>
        </p:blipFill>
        <p:spPr>
          <a:prstGeom prst="rect">
            <a:avLst/>
          </a:prstGeom>
          <a:blipFill dpi="0" rotWithShape="1">
            <a:blip r:embed="rId4">
              <a:alphaModFix amt="60000"/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1687357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LayeredFlow_Marketing">
  <a:themeElements>
    <a:clrScheme name="LayeredFlow_Marketing 6">
      <a:dk1>
        <a:srgbClr val="000000"/>
      </a:dk1>
      <a:lt1>
        <a:srgbClr val="FEFFFF"/>
      </a:lt1>
      <a:dk2>
        <a:srgbClr val="351D14"/>
      </a:dk2>
      <a:lt2>
        <a:srgbClr val="F8F6ED"/>
      </a:lt2>
      <a:accent1>
        <a:srgbClr val="D8E3E2"/>
      </a:accent1>
      <a:accent2>
        <a:srgbClr val="E3DED8"/>
      </a:accent2>
      <a:accent3>
        <a:srgbClr val="D8CDD5"/>
      </a:accent3>
      <a:accent4>
        <a:srgbClr val="E5D3C9"/>
      </a:accent4>
      <a:accent5>
        <a:srgbClr val="D7D8CD"/>
      </a:accent5>
      <a:accent6>
        <a:srgbClr val="BABBAF"/>
      </a:accent6>
      <a:hlink>
        <a:srgbClr val="AEBFBE"/>
      </a:hlink>
      <a:folHlink>
        <a:srgbClr val="91A1A0"/>
      </a:folHlink>
    </a:clrScheme>
    <a:fontScheme name="Custom 25">
      <a:majorFont>
        <a:latin typeface="Walbaum Display Light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ayeredFlow_Marketing_win32_KO_V8" id="{41849D79-757D-42B0-BC47-9A7555E79563}" vid="{55DFBDA8-55D6-42B8-A7D4-13BAE1D6C0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CEDABF-7176-4A42-8EF9-E5D4DD31FF6C}">
  <ds:schemaRefs>
    <ds:schemaRef ds:uri="http://purl.org/dc/dcmitype/"/>
    <ds:schemaRef ds:uri="http://purl.org/dc/terms/"/>
    <ds:schemaRef ds:uri="http://purl.org/dc/elements/1.1/"/>
    <ds:schemaRef ds:uri="230e9df3-be65-4c73-a93b-d1236ebd677e"/>
    <ds:schemaRef ds:uri="http://www.w3.org/XML/1998/namespace"/>
    <ds:schemaRef ds:uri="http://schemas.microsoft.com/sharepoint/v3"/>
    <ds:schemaRef ds:uri="http://schemas.microsoft.com/office/2006/documentManagement/types"/>
    <ds:schemaRef ds:uri="http://schemas.microsoft.com/office/2006/metadata/properties"/>
    <ds:schemaRef ds:uri="16c05727-aa75-4e4a-9b5f-8a80a1165891"/>
    <ds:schemaRef ds:uri="http://schemas.microsoft.com/office/infopath/2007/PartnerControls"/>
    <ds:schemaRef ds:uri="http://schemas.openxmlformats.org/package/2006/metadata/core-propertie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CAF915B7-03AD-43A4-A162-1CE0BD9F93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341</Words>
  <Application>Microsoft Office PowerPoint</Application>
  <PresentationFormat>Widescreen</PresentationFormat>
  <Paragraphs>54</Paragraphs>
  <Slides>5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LayeredFlow_Marketing</vt:lpstr>
      <vt:lpstr>L'amniocentesi</vt:lpstr>
      <vt:lpstr>Cos'è?</vt:lpstr>
      <vt:lpstr>Come si esegue?</vt:lpstr>
      <vt:lpstr>Le analisi</vt:lpstr>
      <vt:lpstr>I Rischi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87</cp:revision>
  <dcterms:created xsi:type="dcterms:W3CDTF">2026-03-04T14:51:59Z</dcterms:created>
  <dcterms:modified xsi:type="dcterms:W3CDTF">2026-03-04T15:32:18Z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